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6"/>
  </p:notesMasterIdLst>
  <p:handoutMasterIdLst>
    <p:handoutMasterId r:id="rId17"/>
  </p:handoutMasterIdLst>
  <p:sldIdLst>
    <p:sldId id="256" r:id="rId5"/>
    <p:sldId id="258" r:id="rId6"/>
    <p:sldId id="279" r:id="rId7"/>
    <p:sldId id="280" r:id="rId8"/>
    <p:sldId id="264" r:id="rId9"/>
    <p:sldId id="275" r:id="rId10"/>
    <p:sldId id="276" r:id="rId11"/>
    <p:sldId id="277" r:id="rId12"/>
    <p:sldId id="281" r:id="rId13"/>
    <p:sldId id="283" r:id="rId14"/>
    <p:sldId id="278" r:id="rId15"/>
  </p:sldIdLst>
  <p:sldSz cx="12192000" cy="6858000"/>
  <p:notesSz cx="6858000" cy="9144000"/>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1B5C663-5DCA-4908-B849-A16A3FB1ECC5}">
          <p14:sldIdLst>
            <p14:sldId id="256"/>
            <p14:sldId id="258"/>
            <p14:sldId id="279"/>
            <p14:sldId id="280"/>
            <p14:sldId id="264"/>
            <p14:sldId id="275"/>
            <p14:sldId id="276"/>
            <p14:sldId id="277"/>
            <p14:sldId id="281"/>
            <p14:sldId id="283"/>
            <p14:sldId id="278"/>
          </p14:sldIdLst>
        </p14:section>
        <p14:section name="无标题节" id="{354D0DCE-FCC3-4FAB-ADEF-C8AC7451A6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5033" autoAdjust="0"/>
  </p:normalViewPr>
  <p:slideViewPr>
    <p:cSldViewPr snapToGrid="0" snapToObjects="1" showGuides="1">
      <p:cViewPr varScale="1">
        <p:scale>
          <a:sx n="102" d="100"/>
          <a:sy n="102" d="100"/>
        </p:scale>
        <p:origin x="108" y="132"/>
      </p:cViewPr>
      <p:guideLst>
        <p:guide orient="horz" pos="2160"/>
        <p:guide pos="3840"/>
      </p:guideLst>
    </p:cSldViewPr>
  </p:slideViewPr>
  <p:notesTextViewPr>
    <p:cViewPr>
      <p:scale>
        <a:sx n="1" d="1"/>
        <a:sy n="1" d="1"/>
      </p:scale>
      <p:origin x="0" y="0"/>
    </p:cViewPr>
  </p:notesTextViewPr>
  <p:notesViewPr>
    <p:cSldViewPr snapToGrid="0" snapToObjects="1">
      <p:cViewPr varScale="1">
        <p:scale>
          <a:sx n="83" d="100"/>
          <a:sy n="83"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252723D-D4DE-4556-A681-674D63E5E761}" type="datetime1">
              <a:rPr lang="zh-CN" altLang="en-US" smtClean="0">
                <a:latin typeface="Microsoft YaHei UI" panose="020B0503020204020204" pitchFamily="34" charset="-122"/>
                <a:ea typeface="Microsoft YaHei UI" panose="020B0503020204020204" pitchFamily="34" charset="-122"/>
              </a:rPr>
              <a:t>2026/10/19</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EC605DA-80A8-4B7B-B889-6C5700BB4CEA}"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2A407D89-7B00-4E0F-AC04-610B20E7CAF9}" type="datetime1">
              <a:rPr lang="zh-CN" altLang="en-US" smtClean="0"/>
              <a:t>2026/10/19</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F3544625-0ADF-4414-89A2-9E135F0C849F}" type="slidenum">
              <a:rPr lang="en-US" altLang="zh-CN" noProof="0" smtClean="0"/>
              <a:t>‹#›</a:t>
            </a:fld>
            <a:endParaRPr lang="zh-CN" altLang="en-US" noProof="0">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5"/>
          </p:nvPr>
        </p:nvSpPr>
        <p:spPr/>
        <p:txBody>
          <a:bodyPr rtlCol="0"/>
          <a:lstStyle/>
          <a:p>
            <a:pPr rtl="0"/>
            <a:fld id="{F3544625-0ADF-4414-89A2-9E135F0C849F}"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5"/>
          </p:nvPr>
        </p:nvSpPr>
        <p:spPr/>
        <p:txBody>
          <a:bodyPr rtlCol="0"/>
          <a:lstStyle/>
          <a:p>
            <a:pPr rtl="0"/>
            <a:fld id="{F3544625-0ADF-4414-89A2-9E135F0C849F}" type="slidenum">
              <a:rPr lang="en-US" altLang="zh-CN"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5"/>
          </p:nvPr>
        </p:nvSpPr>
        <p:spPr/>
        <p:txBody>
          <a:bodyPr rtlCol="0"/>
          <a:lstStyle/>
          <a:p>
            <a:pPr rtl="0"/>
            <a:fld id="{F3544625-0ADF-4414-89A2-9E135F0C849F}" type="slidenum">
              <a:rPr lang="en-US" altLang="zh-CN"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3">
        <a:schemeClr val="bg2"/>
      </p:bgRef>
    </p:bg>
    <p:spTree>
      <p:nvGrpSpPr>
        <p:cNvPr id="1" name=""/>
        <p:cNvGrpSpPr/>
        <p:nvPr/>
      </p:nvGrpSpPr>
      <p:grpSpPr>
        <a:xfrm>
          <a:off x="0" y="0"/>
          <a:ext cx="0" cy="0"/>
          <a:chOff x="0" y="0"/>
          <a:chExt cx="0" cy="0"/>
        </a:xfrm>
      </p:grpSpPr>
      <p:pic>
        <p:nvPicPr>
          <p:cNvPr id="7" name="图片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ctrTitle"/>
          </p:nvPr>
        </p:nvSpPr>
        <p:spPr>
          <a:xfrm>
            <a:off x="3962399" y="1964267"/>
            <a:ext cx="7197726" cy="2421464"/>
          </a:xfrm>
        </p:spPr>
        <p:txBody>
          <a:bodyPr rtlCol="0" anchor="b">
            <a:normAutofit/>
          </a:bodyPr>
          <a:lstStyle>
            <a:lvl1pPr algn="r">
              <a:defRPr sz="4800">
                <a:effectLst/>
              </a:defRPr>
            </a:lvl1pPr>
          </a:lstStyle>
          <a:p>
            <a:pPr rtl="0"/>
            <a:r>
              <a:rPr lang="zh-CN" altLang="en-US" noProof="0"/>
              <a:t>单击此处编辑母版标题样式</a:t>
            </a:r>
          </a:p>
        </p:txBody>
      </p:sp>
      <p:sp>
        <p:nvSpPr>
          <p:cNvPr id="3" name="副标题 2"/>
          <p:cNvSpPr>
            <a:spLocks noGrp="1"/>
          </p:cNvSpPr>
          <p:nvPr>
            <p:ph type="subTitle" idx="1" hasCustomPrompt="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noProof="0"/>
              <a:t>单击以编辑母版副标题样式</a:t>
            </a:r>
          </a:p>
        </p:txBody>
      </p:sp>
      <p:sp>
        <p:nvSpPr>
          <p:cNvPr id="4" name="日期占位符 3"/>
          <p:cNvSpPr>
            <a:spLocks noGrp="1"/>
          </p:cNvSpPr>
          <p:nvPr>
            <p:ph type="dt" sz="half" idx="10"/>
          </p:nvPr>
        </p:nvSpPr>
        <p:spPr>
          <a:xfrm>
            <a:off x="8932558" y="5870575"/>
            <a:ext cx="1600200" cy="377825"/>
          </a:xfrm>
        </p:spPr>
        <p:txBody>
          <a:bodyPr rtlCol="0"/>
          <a:lstStyle/>
          <a:p>
            <a:pPr rtl="0"/>
            <a:fld id="{F8909168-4A34-4324-A83E-BD3E42B16F2A}" type="datetime1">
              <a:rPr lang="zh-CN" altLang="en-US" noProof="0" smtClean="0"/>
              <a:t>2026/10/19</a:t>
            </a:fld>
            <a:endParaRPr lang="zh-CN" altLang="en-US" noProof="0"/>
          </a:p>
        </p:txBody>
      </p:sp>
      <p:sp>
        <p:nvSpPr>
          <p:cNvPr id="5" name="页脚占位符 4"/>
          <p:cNvSpPr>
            <a:spLocks noGrp="1"/>
          </p:cNvSpPr>
          <p:nvPr>
            <p:ph type="ftr" sz="quarter" idx="11"/>
          </p:nvPr>
        </p:nvSpPr>
        <p:spPr>
          <a:xfrm>
            <a:off x="3962399" y="5870575"/>
            <a:ext cx="4893958" cy="377825"/>
          </a:xfrm>
        </p:spPr>
        <p:txBody>
          <a:bodyPr rtlCol="0"/>
          <a:lstStyle/>
          <a:p>
            <a:pPr rtl="0"/>
            <a:endParaRPr lang="zh-CN" altLang="en-US" noProof="0"/>
          </a:p>
        </p:txBody>
      </p:sp>
      <p:sp>
        <p:nvSpPr>
          <p:cNvPr id="6" name="幻灯片编号占位符 5"/>
          <p:cNvSpPr>
            <a:spLocks noGrp="1"/>
          </p:cNvSpPr>
          <p:nvPr>
            <p:ph type="sldNum" sz="quarter" idx="12"/>
          </p:nvPr>
        </p:nvSpPr>
        <p:spPr>
          <a:xfrm>
            <a:off x="10608958" y="5870575"/>
            <a:ext cx="551167" cy="377825"/>
          </a:xfrm>
        </p:spPr>
        <p:txBody>
          <a:bodyPr rtlCol="0"/>
          <a:lstStyle/>
          <a:p>
            <a:pPr rtl="0"/>
            <a:fld id="{69E57DC2-970A-4B3E-BB1C-7A09969E49DF}" type="slidenum">
              <a:rPr lang="en-US" altLang="zh-CN" noProof="0" smtClean="0"/>
              <a:t>‹#›</a:t>
            </a:fld>
            <a:endParaRPr lang="zh-CN" altLang="en-US" noProof="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内容占位符 2"/>
          <p:cNvSpPr>
            <a:spLocks noGrp="1"/>
          </p:cNvSpPr>
          <p:nvPr>
            <p:ph idx="1"/>
          </p:nvPr>
        </p:nvSpPr>
        <p:spPr/>
        <p:txBody>
          <a:bodyPr rtlCol="0" anchor="ct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4" name="日期占位符 3"/>
          <p:cNvSpPr>
            <a:spLocks noGrp="1"/>
          </p:cNvSpPr>
          <p:nvPr>
            <p:ph type="dt" sz="half" idx="10"/>
          </p:nvPr>
        </p:nvSpPr>
        <p:spPr/>
        <p:txBody>
          <a:bodyPr rtlCol="0"/>
          <a:lstStyle/>
          <a:p>
            <a:pPr rtl="0"/>
            <a:fld id="{FAED38EE-2E2A-4F0B-8A99-E01B7D8AE739}"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3308581"/>
            <a:ext cx="10131427" cy="1468800"/>
          </a:xfrm>
        </p:spPr>
        <p:txBody>
          <a:bodyPr rtlCol="0" anchor="b"/>
          <a:lstStyle>
            <a:lvl1pPr algn="l">
              <a:defRPr sz="4000" b="0" cap="all"/>
            </a:lvl1pPr>
          </a:lstStyle>
          <a:p>
            <a:pPr rtl="0"/>
            <a:r>
              <a:rPr lang="zh-CN" altLang="en-US" noProof="0"/>
              <a:t>单击此处编辑母版标题样式</a:t>
            </a:r>
          </a:p>
        </p:txBody>
      </p:sp>
      <p:sp>
        <p:nvSpPr>
          <p:cNvPr id="3" name="文本占位符 2"/>
          <p:cNvSpPr>
            <a:spLocks noGrp="1"/>
          </p:cNvSpPr>
          <p:nvPr>
            <p:ph type="body" idx="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p>
            <a:pPr rtl="0"/>
            <a:fld id="{DB9925AA-FD42-4E46-B5E3-34027E08BA98}"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内容占位符 2"/>
          <p:cNvSpPr>
            <a:spLocks noGrp="1"/>
          </p:cNvSpPr>
          <p:nvPr>
            <p:ph sz="half" idx="1"/>
          </p:nvPr>
        </p:nvSpPr>
        <p:spPr>
          <a:xfrm>
            <a:off x="685802" y="2142067"/>
            <a:ext cx="4995334" cy="3649134"/>
          </a:xfrm>
        </p:spPr>
        <p:txBody>
          <a:bodyPr rtlCol="0">
            <a:normAutofit/>
          </a:body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4" name="内容占位符 3"/>
          <p:cNvSpPr>
            <a:spLocks noGrp="1"/>
          </p:cNvSpPr>
          <p:nvPr>
            <p:ph sz="half" idx="2"/>
          </p:nvPr>
        </p:nvSpPr>
        <p:spPr>
          <a:xfrm>
            <a:off x="5821895" y="2142067"/>
            <a:ext cx="4995332" cy="3649133"/>
          </a:xfrm>
        </p:spPr>
        <p:txBody>
          <a:bodyPr rtlCol="0">
            <a:normAutofit/>
          </a:body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5" name="日期占位符 4"/>
          <p:cNvSpPr>
            <a:spLocks noGrp="1"/>
          </p:cNvSpPr>
          <p:nvPr>
            <p:ph type="dt" sz="half" idx="10"/>
          </p:nvPr>
        </p:nvSpPr>
        <p:spPr/>
        <p:txBody>
          <a:bodyPr rtlCol="0"/>
          <a:lstStyle/>
          <a:p>
            <a:pPr rtl="0"/>
            <a:fld id="{7B6E6046-E7F8-43A6-A21B-5E897CAEBD47}" type="datetime1">
              <a:rPr lang="zh-CN" altLang="en-US" noProof="0" smtClean="0"/>
              <a:t>2026/10/19</a:t>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vl1pPr>
          </a:lstStyle>
          <a:p>
            <a:pPr rtl="0"/>
            <a:r>
              <a:rPr lang="zh-CN" altLang="en-US" noProof="0"/>
              <a:t>单击此处编辑母版标题样式</a:t>
            </a:r>
          </a:p>
        </p:txBody>
      </p:sp>
      <p:sp>
        <p:nvSpPr>
          <p:cNvPr id="3" name="文本占位符 2"/>
          <p:cNvSpPr>
            <a:spLocks noGrp="1"/>
          </p:cNvSpPr>
          <p:nvPr>
            <p:ph type="body" idx="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685801" y="2870201"/>
            <a:ext cx="4996923" cy="2920998"/>
          </a:xfrm>
        </p:spPr>
        <p:txBody>
          <a:bodyPr rtlCol="0" anchor="t">
            <a:normAutofit/>
          </a:body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5" name="文本占位符 4"/>
          <p:cNvSpPr>
            <a:spLocks noGrp="1"/>
          </p:cNvSpPr>
          <p:nvPr>
            <p:ph type="body" sz="quarter" idx="3"/>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5823483" y="2870201"/>
            <a:ext cx="4995334" cy="2920998"/>
          </a:xfrm>
        </p:spPr>
        <p:txBody>
          <a:bodyPr rtlCol="0" anchor="t">
            <a:normAutofit/>
          </a:body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7" name="日期占位符 6"/>
          <p:cNvSpPr>
            <a:spLocks noGrp="1"/>
          </p:cNvSpPr>
          <p:nvPr>
            <p:ph type="dt" sz="half" idx="10"/>
          </p:nvPr>
        </p:nvSpPr>
        <p:spPr/>
        <p:txBody>
          <a:bodyPr rtlCol="0"/>
          <a:lstStyle/>
          <a:p>
            <a:pPr rtl="0"/>
            <a:fld id="{4076C7A7-9AEF-4176-B3C5-C9AC3A586E0A}" type="datetime1">
              <a:rPr lang="zh-CN" altLang="en-US" noProof="0" smtClean="0"/>
              <a:t>2026/10/19</a:t>
            </a:fld>
            <a:endParaRPr lang="zh-CN" altLang="en-US" noProof="0"/>
          </a:p>
        </p:txBody>
      </p:sp>
      <p:sp>
        <p:nvSpPr>
          <p:cNvPr id="8" name="页脚占位符 7"/>
          <p:cNvSpPr>
            <a:spLocks noGrp="1"/>
          </p:cNvSpPr>
          <p:nvPr>
            <p:ph type="ftr" sz="quarter" idx="11"/>
          </p:nvPr>
        </p:nvSpPr>
        <p:spPr/>
        <p:txBody>
          <a:bodyPr rtlCol="0"/>
          <a:lstStyle/>
          <a:p>
            <a:pPr rtl="0"/>
            <a:endParaRPr lang="zh-CN" altLang="en-US" noProof="0"/>
          </a:p>
        </p:txBody>
      </p:sp>
      <p:sp>
        <p:nvSpPr>
          <p:cNvPr id="9" name="灯片编号占位符 8"/>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图片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日期占位符 2"/>
          <p:cNvSpPr>
            <a:spLocks noGrp="1"/>
          </p:cNvSpPr>
          <p:nvPr>
            <p:ph type="dt" sz="half" idx="10"/>
          </p:nvPr>
        </p:nvSpPr>
        <p:spPr/>
        <p:txBody>
          <a:bodyPr rtlCol="0"/>
          <a:lstStyle/>
          <a:p>
            <a:pPr rtl="0"/>
            <a:fld id="{629CBC08-4894-4154-92BB-CEC7564BF5D0}" type="datetime1">
              <a:rPr lang="zh-CN" altLang="en-US" noProof="0" smtClean="0"/>
              <a:t>2026/10/19</a:t>
            </a:fld>
            <a:endParaRPr lang="zh-CN" altLang="en-US" noProof="0"/>
          </a:p>
        </p:txBody>
      </p:sp>
      <p:sp>
        <p:nvSpPr>
          <p:cNvPr id="4" name="页脚占位符 3"/>
          <p:cNvSpPr>
            <a:spLocks noGrp="1"/>
          </p:cNvSpPr>
          <p:nvPr>
            <p:ph type="ftr" sz="quarter" idx="11"/>
          </p:nvPr>
        </p:nvSpPr>
        <p:spPr/>
        <p:txBody>
          <a:bodyPr rtlCol="0"/>
          <a:lstStyle/>
          <a:p>
            <a:pPr rtl="0"/>
            <a:endParaRPr lang="zh-CN" altLang="en-US" noProof="0"/>
          </a:p>
        </p:txBody>
      </p:sp>
      <p:sp>
        <p:nvSpPr>
          <p:cNvPr id="5" name="灯片编号占位符 4"/>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日期占位符 1"/>
          <p:cNvSpPr>
            <a:spLocks noGrp="1"/>
          </p:cNvSpPr>
          <p:nvPr>
            <p:ph type="dt" sz="half" idx="10"/>
          </p:nvPr>
        </p:nvSpPr>
        <p:spPr/>
        <p:txBody>
          <a:bodyPr rtlCol="0"/>
          <a:lstStyle/>
          <a:p>
            <a:pPr rtl="0"/>
            <a:fld id="{5704ACDB-403D-45F7-BA7B-CDC631E103DE}" type="datetime1">
              <a:rPr lang="zh-CN" altLang="en-US" noProof="0" smtClean="0"/>
              <a:t>2026/10/19</a:t>
            </a:fld>
            <a:endParaRPr lang="zh-CN" altLang="en-US" noProof="0"/>
          </a:p>
        </p:txBody>
      </p:sp>
      <p:sp>
        <p:nvSpPr>
          <p:cNvPr id="3" name="页脚占位符 2"/>
          <p:cNvSpPr>
            <a:spLocks noGrp="1"/>
          </p:cNvSpPr>
          <p:nvPr>
            <p:ph type="ftr" sz="quarter" idx="11"/>
          </p:nvPr>
        </p:nvSpPr>
        <p:spPr/>
        <p:txBody>
          <a:bodyPr rtlCol="0"/>
          <a:lstStyle/>
          <a:p>
            <a:pPr rtl="0"/>
            <a:endParaRPr lang="zh-CN" altLang="en-US" noProof="0"/>
          </a:p>
        </p:txBody>
      </p:sp>
      <p:sp>
        <p:nvSpPr>
          <p:cNvPr id="4" name="灯片编号占位符 3"/>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2074333"/>
            <a:ext cx="3680885" cy="1371600"/>
          </a:xfrm>
        </p:spPr>
        <p:txBody>
          <a:bodyPr rtlCol="0" anchor="b">
            <a:normAutofit/>
          </a:bodyPr>
          <a:lstStyle>
            <a:lvl1pPr algn="l">
              <a:defRPr sz="2400" b="0"/>
            </a:lvl1pPr>
          </a:lstStyle>
          <a:p>
            <a:pPr rtl="0"/>
            <a:r>
              <a:rPr lang="zh-CN" altLang="en-US" noProof="0"/>
              <a:t>单击此处编辑母版标题样式</a:t>
            </a:r>
          </a:p>
        </p:txBody>
      </p:sp>
      <p:sp>
        <p:nvSpPr>
          <p:cNvPr id="3" name="内容占位符 2"/>
          <p:cNvSpPr>
            <a:spLocks noGrp="1"/>
          </p:cNvSpPr>
          <p:nvPr>
            <p:ph idx="1"/>
          </p:nvPr>
        </p:nvSpPr>
        <p:spPr>
          <a:xfrm>
            <a:off x="4648201" y="609601"/>
            <a:ext cx="6169026" cy="5181600"/>
          </a:xfrm>
        </p:spPr>
        <p:txBody>
          <a:bodyPr rtlCol="0" anchor="ctr">
            <a:normAutofit/>
          </a:body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4" name="文本占位符 3"/>
          <p:cNvSpPr>
            <a:spLocks noGrp="1"/>
          </p:cNvSpPr>
          <p:nvPr>
            <p:ph type="body" sz="half" idx="2"/>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p>
            <a:pPr rtl="0"/>
            <a:fld id="{D8905170-1958-47F4-9682-359E29E272CE}" type="datetime1">
              <a:rPr lang="zh-CN" altLang="en-US" noProof="0" smtClean="0"/>
              <a:t>2026/10/19</a:t>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1600200"/>
            <a:ext cx="6164653" cy="1371600"/>
          </a:xfrm>
        </p:spPr>
        <p:txBody>
          <a:bodyPr rtlCol="0" anchor="b">
            <a:normAutofit/>
          </a:bodyPr>
          <a:lstStyle>
            <a:lvl1pPr algn="l">
              <a:defRPr sz="2800" b="0"/>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p>
            <a:pPr rtl="0"/>
            <a:fld id="{57105F54-EE89-4D9B-9F9C-6DECEE061631}" type="datetime1">
              <a:rPr lang="zh-CN" altLang="en-US" noProof="0" smtClean="0"/>
              <a:t>2026/10/19</a:t>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0" y="4732865"/>
            <a:ext cx="10131427" cy="566738"/>
          </a:xfrm>
        </p:spPr>
        <p:txBody>
          <a:bodyPr rtlCol="0" anchor="b">
            <a:normAutofit/>
          </a:bodyPr>
          <a:lstStyle>
            <a:lvl1pPr algn="l">
              <a:defRPr sz="2400" b="0"/>
            </a:lvl1pPr>
          </a:lstStyle>
          <a:p>
            <a:pPr rtl="0"/>
            <a:r>
              <a:rPr lang="zh-CN" altLang="en-US" noProof="0"/>
              <a:t>单击此处编辑母版标题样式</a:t>
            </a:r>
          </a:p>
        </p:txBody>
      </p:sp>
      <p:sp>
        <p:nvSpPr>
          <p:cNvPr id="3" name="图片占位符 2"/>
          <p:cNvSpPr>
            <a:spLocks noGrp="1" noChangeAspect="1"/>
          </p:cNvSpPr>
          <p:nvPr>
            <p:ph type="pic" idx="1" hasCustomPrompt="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p>
            <a:pPr rtl="0"/>
            <a:fld id="{6AC26EF6-1ED0-4FB0-8F90-2C9921C13D99}" type="datetime1">
              <a:rPr lang="zh-CN" altLang="en-US" noProof="0" smtClean="0"/>
              <a:t>2026/10/19</a:t>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文字">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131427" cy="3124199"/>
          </a:xfrm>
        </p:spPr>
        <p:txBody>
          <a:bodyPr rtlCol="0" anchor="ctr">
            <a:normAutofit/>
          </a:bodyPr>
          <a:lstStyle>
            <a:lvl1pPr algn="l">
              <a:defRPr sz="3200" b="0" cap="none"/>
            </a:lvl1pPr>
          </a:lstStyle>
          <a:p>
            <a:pPr rtl="0"/>
            <a:r>
              <a:rPr lang="zh-CN" altLang="en-US" noProof="0"/>
              <a:t>单击此处编辑母版标题样式</a:t>
            </a:r>
          </a:p>
        </p:txBody>
      </p:sp>
      <p:sp>
        <p:nvSpPr>
          <p:cNvPr id="3" name="文本占位符 2"/>
          <p:cNvSpPr>
            <a:spLocks noGrp="1"/>
          </p:cNvSpPr>
          <p:nvPr>
            <p:ph type="body" idx="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p>
            <a:pPr rtl="0"/>
            <a:fld id="{43EE78C5-681C-4317-A28E-695CCF90563A}"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题注的引用">
    <p:spTree>
      <p:nvGrpSpPr>
        <p:cNvPr id="1" name=""/>
        <p:cNvGrpSpPr/>
        <p:nvPr/>
      </p:nvGrpSpPr>
      <p:grpSpPr>
        <a:xfrm>
          <a:off x="0" y="0"/>
          <a:ext cx="0" cy="0"/>
          <a:chOff x="0" y="0"/>
          <a:chExt cx="0" cy="0"/>
        </a:xfrm>
      </p:grpSpPr>
      <p:pic>
        <p:nvPicPr>
          <p:cNvPr id="11" name="图片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文本框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p>
        </p:txBody>
      </p:sp>
      <p:sp>
        <p:nvSpPr>
          <p:cNvPr id="14" name="文本框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p>
        </p:txBody>
      </p:sp>
      <p:sp>
        <p:nvSpPr>
          <p:cNvPr id="16" name="标题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0" name="文本占位符 9"/>
          <p:cNvSpPr>
            <a:spLocks noGrp="1"/>
          </p:cNvSpPr>
          <p:nvPr>
            <p:ph type="body" sz="quarter" idx="13"/>
          </p:nvPr>
        </p:nvSpPr>
        <p:spPr>
          <a:xfrm>
            <a:off x="1097875" y="3352800"/>
            <a:ext cx="9339184" cy="381000"/>
          </a:xfrm>
        </p:spPr>
        <p:txBody>
          <a:bodyPr rtlCol="0" anchor="ctr"/>
          <a:lstStyle>
            <a:lvl1pPr marL="0" indent="0">
              <a:buFontTx/>
              <a:buNone/>
              <a:defRPr>
                <a:latin typeface="Microsoft YaHei UI" panose="020B0503020204020204" pitchFamily="34" charset="-122"/>
                <a:ea typeface="Microsoft YaHei UI" panose="020B0503020204020204" pitchFamily="3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zh-CN" altLang="en-US" noProof="0"/>
              <a:t>单击此处编辑母版文本样式</a:t>
            </a:r>
          </a:p>
        </p:txBody>
      </p:sp>
      <p:sp>
        <p:nvSpPr>
          <p:cNvPr id="3" name="文本占位符 2"/>
          <p:cNvSpPr>
            <a:spLocks noGrp="1"/>
          </p:cNvSpPr>
          <p:nvPr>
            <p:ph type="body" idx="1"/>
          </p:nvPr>
        </p:nvSpPr>
        <p:spPr>
          <a:xfrm>
            <a:off x="687465" y="4343400"/>
            <a:ext cx="10152367" cy="1447800"/>
          </a:xfrm>
        </p:spPr>
        <p:txBody>
          <a:bodyPr rtlCol="0" anchor="ctr">
            <a:normAutofit/>
          </a:bodyPr>
          <a:lstStyle>
            <a:lvl1pPr marL="0" indent="0" algn="l">
              <a:buNone/>
              <a:defRPr sz="200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DDBD9451-F8BC-4121-A45B-F0B7464CF2AC}"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a:p>
        </p:txBody>
      </p:sp>
      <p:sp>
        <p:nvSpPr>
          <p:cNvPr id="6" name="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69E57DC2-970A-4B3E-BB1C-7A09969E49DF}" type="slidenum">
              <a:rPr lang="en-US" altLang="zh-CN" noProof="0" smtClean="0"/>
              <a:t>‹#›</a:t>
            </a:fld>
            <a:endParaRPr lang="zh-CN" altLang="en-U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2" y="3308581"/>
            <a:ext cx="10131425" cy="1468800"/>
          </a:xfrm>
        </p:spPr>
        <p:txBody>
          <a:bodyPr rtlCol="0" anchor="b">
            <a:normAutofit/>
          </a:bodyPr>
          <a:lstStyle>
            <a:lvl1pPr algn="l">
              <a:defRPr sz="3200" b="0" cap="none"/>
            </a:lvl1pPr>
          </a:lstStyle>
          <a:p>
            <a:pPr rtl="0"/>
            <a:r>
              <a:rPr lang="zh-CN" altLang="en-US" noProof="0"/>
              <a:t>单击此处编辑母版标题样式</a:t>
            </a:r>
          </a:p>
        </p:txBody>
      </p:sp>
      <p:sp>
        <p:nvSpPr>
          <p:cNvPr id="3" name="文本占位符 2"/>
          <p:cNvSpPr>
            <a:spLocks noGrp="1"/>
          </p:cNvSpPr>
          <p:nvPr>
            <p:ph type="body" idx="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p>
            <a:pPr rtl="0"/>
            <a:fld id="{73FEA4BC-BAE6-4A1F-994E-523C55AE5C9B}"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用名片">
    <p:spTree>
      <p:nvGrpSpPr>
        <p:cNvPr id="1" name=""/>
        <p:cNvGrpSpPr/>
        <p:nvPr/>
      </p:nvGrpSpPr>
      <p:grpSpPr>
        <a:xfrm>
          <a:off x="0" y="0"/>
          <a:ext cx="0" cy="0"/>
          <a:chOff x="0" y="0"/>
          <a:chExt cx="0" cy="0"/>
        </a:xfrm>
      </p:grpSpPr>
      <p:pic>
        <p:nvPicPr>
          <p:cNvPr id="11" name="图片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文本框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p>
        </p:txBody>
      </p:sp>
      <p:sp>
        <p:nvSpPr>
          <p:cNvPr id="14" name="文本框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zh-CN" altLang="en-US" sz="8000" noProof="0">
                <a:solidFill>
                  <a:schemeClr val="tx1"/>
                </a:solidFill>
                <a:effectLst/>
                <a:latin typeface="Microsoft YaHei UI" panose="020B0503020204020204" pitchFamily="34" charset="-122"/>
                <a:ea typeface="Microsoft YaHei UI" panose="020B0503020204020204" pitchFamily="34" charset="-122"/>
              </a:rPr>
              <a:t>“</a:t>
            </a:r>
          </a:p>
        </p:txBody>
      </p:sp>
      <p:sp>
        <p:nvSpPr>
          <p:cNvPr id="16" name="标题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0" name="文本占位符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latin typeface="Microsoft YaHei UI" panose="020B0503020204020204" pitchFamily="34" charset="-122"/>
                <a:ea typeface="Microsoft YaHei UI" panose="020B0503020204020204" pitchFamily="34" charset="-122"/>
              </a:defRPr>
            </a:lvl1pPr>
          </a:lstStyle>
          <a:p>
            <a:pPr marL="0" lvl="0" rtl="0">
              <a:spcBef>
                <a:spcPct val="0"/>
              </a:spcBef>
              <a:buNone/>
            </a:pPr>
            <a:r>
              <a:rPr lang="zh-CN" altLang="en-US" noProof="0"/>
              <a:t>单击此处编辑母版文本样式</a:t>
            </a:r>
          </a:p>
        </p:txBody>
      </p:sp>
      <p:sp>
        <p:nvSpPr>
          <p:cNvPr id="3" name="文本占位符 2"/>
          <p:cNvSpPr>
            <a:spLocks noGrp="1"/>
          </p:cNvSpPr>
          <p:nvPr>
            <p:ph type="body" idx="1"/>
          </p:nvPr>
        </p:nvSpPr>
        <p:spPr>
          <a:xfrm>
            <a:off x="685799" y="4775200"/>
            <a:ext cx="10135436" cy="1016000"/>
          </a:xfrm>
        </p:spPr>
        <p:txBody>
          <a:bodyPr rtlCol="0" anchor="t">
            <a:normAutofit/>
          </a:bodyPr>
          <a:lstStyle>
            <a:lvl1pPr marL="0" indent="0" algn="l">
              <a:buNone/>
              <a:defRPr sz="180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025E4979-2E7C-4B55-B892-E9FF271F4E15}"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a:p>
        </p:txBody>
      </p:sp>
      <p:sp>
        <p:nvSpPr>
          <p:cNvPr id="6" name="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69E57DC2-970A-4B3E-BB1C-7A09969E49DF}" type="slidenum">
              <a:rPr lang="en-US" altLang="zh-CN" noProof="0" smtClean="0"/>
              <a:t>‹#›</a:t>
            </a:fld>
            <a:endParaRPr lang="zh-CN" altLang="en-U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或 False">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zh-CN" altLang="en-US" noProof="0"/>
              <a:t>单击此处编辑母版标题样式</a:t>
            </a:r>
          </a:p>
        </p:txBody>
      </p:sp>
      <p:sp>
        <p:nvSpPr>
          <p:cNvPr id="10" name="文本占位符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zh-CN" altLang="en-US" noProof="0"/>
              <a:t>单击此处编辑母版文本样式</a:t>
            </a:r>
          </a:p>
        </p:txBody>
      </p:sp>
      <p:sp>
        <p:nvSpPr>
          <p:cNvPr id="3" name="文本占位符 2"/>
          <p:cNvSpPr>
            <a:spLocks noGrp="1"/>
          </p:cNvSpPr>
          <p:nvPr>
            <p:ph type="body" idx="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p>
            <a:pPr rtl="0"/>
            <a:fld id="{171027BD-1FB7-485B-9032-6DD3B27E5252}"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标题 1"/>
          <p:cNvSpPr>
            <a:spLocks noGrp="1"/>
          </p:cNvSpPr>
          <p:nvPr>
            <p:ph type="title"/>
          </p:nvPr>
        </p:nvSpPr>
        <p:spPr>
          <a:xfrm>
            <a:off x="685801" y="609600"/>
            <a:ext cx="10131425" cy="1456267"/>
          </a:xfrm>
        </p:spPr>
        <p:txBody>
          <a:bodyPr rtlCol="0"/>
          <a:lstStyle/>
          <a:p>
            <a:pPr rtl="0"/>
            <a:r>
              <a:rPr lang="zh-CN" altLang="en-US" noProof="0"/>
              <a:t>单击此处编辑母版标题样式</a:t>
            </a:r>
          </a:p>
        </p:txBody>
      </p:sp>
      <p:sp>
        <p:nvSpPr>
          <p:cNvPr id="3" name="垂直文本占位符 2"/>
          <p:cNvSpPr>
            <a:spLocks noGrp="1"/>
          </p:cNvSpPr>
          <p:nvPr>
            <p:ph type="body" orient="vert" idx="1"/>
          </p:nvPr>
        </p:nvSpPr>
        <p:spPr/>
        <p:txBody>
          <a:bodyPr vert="eaVert" rtlCol="0" anchor="t"/>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4" name="日期占位符 3"/>
          <p:cNvSpPr>
            <a:spLocks noGrp="1"/>
          </p:cNvSpPr>
          <p:nvPr>
            <p:ph type="dt" sz="half" idx="10"/>
          </p:nvPr>
        </p:nvSpPr>
        <p:spPr/>
        <p:txBody>
          <a:bodyPr rtlCol="0"/>
          <a:lstStyle/>
          <a:p>
            <a:pPr rtl="0"/>
            <a:fld id="{A2A2B674-02BF-4098-BE33-7013FA47DF03}"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pic>
        <p:nvPicPr>
          <p:cNvPr id="7" name="图片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垂直标题 1"/>
          <p:cNvSpPr>
            <a:spLocks noGrp="1"/>
          </p:cNvSpPr>
          <p:nvPr>
            <p:ph type="title" orient="vert"/>
          </p:nvPr>
        </p:nvSpPr>
        <p:spPr>
          <a:xfrm>
            <a:off x="8658675" y="609599"/>
            <a:ext cx="2158552" cy="5181601"/>
          </a:xfrm>
        </p:spPr>
        <p:txBody>
          <a:bodyPr vert="eaVert" rtlCol="0"/>
          <a:lstStyle/>
          <a:p>
            <a:pPr rtl="0"/>
            <a:r>
              <a:rPr lang="zh-CN" altLang="en-US" noProof="0"/>
              <a:t>单击此处编辑母版标题样式</a:t>
            </a:r>
          </a:p>
        </p:txBody>
      </p:sp>
      <p:sp>
        <p:nvSpPr>
          <p:cNvPr id="3" name="垂直文本占位符 2"/>
          <p:cNvSpPr>
            <a:spLocks noGrp="1"/>
          </p:cNvSpPr>
          <p:nvPr>
            <p:ph type="body" orient="vert" idx="1"/>
          </p:nvPr>
        </p:nvSpPr>
        <p:spPr>
          <a:xfrm>
            <a:off x="685800" y="609600"/>
            <a:ext cx="7832116" cy="5181600"/>
          </a:xfrm>
        </p:spPr>
        <p:txBody>
          <a:bodyPr vert="eaVert" rtlCol="0" anchor="t"/>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4" name="日期占位符 3"/>
          <p:cNvSpPr>
            <a:spLocks noGrp="1"/>
          </p:cNvSpPr>
          <p:nvPr>
            <p:ph type="dt" sz="half" idx="10"/>
          </p:nvPr>
        </p:nvSpPr>
        <p:spPr/>
        <p:txBody>
          <a:bodyPr rtlCol="0"/>
          <a:lstStyle/>
          <a:p>
            <a:pPr rtl="0"/>
            <a:fld id="{266CD0FE-0A49-4198-A732-213A10C7BDD9}" type="datetime1">
              <a:rPr lang="zh-CN" altLang="en-US" noProof="0" smtClean="0"/>
              <a:t>2026/10/19</a:t>
            </a:fld>
            <a:endParaRPr lang="zh-CN" altLang="en-US" noProof="0"/>
          </a:p>
        </p:txBody>
      </p:sp>
      <p:sp>
        <p:nvSpPr>
          <p:cNvPr id="5" name="页脚占位符 4"/>
          <p:cNvSpPr>
            <a:spLocks noGrp="1"/>
          </p:cNvSpPr>
          <p:nvPr>
            <p:ph type="ftr" sz="quarter" idx="11"/>
          </p:nvPr>
        </p:nvSpPr>
        <p:spPr/>
        <p:txBody>
          <a:bodyPr rtlCol="0"/>
          <a:lstStyle/>
          <a:p>
            <a:pPr rtl="0"/>
            <a:endParaRPr lang="zh-CN" altLang="en-US" noProof="0"/>
          </a:p>
        </p:txBody>
      </p:sp>
      <p:sp>
        <p:nvSpPr>
          <p:cNvPr id="6" name="灯片编号占位符 5"/>
          <p:cNvSpPr>
            <a:spLocks noGrp="1"/>
          </p:cNvSpPr>
          <p:nvPr>
            <p:ph type="sldNum" sz="quarter" idx="12"/>
          </p:nvPr>
        </p:nvSpPr>
        <p:spPr/>
        <p:txBody>
          <a:bodyPr rtlCol="0"/>
          <a:lstStyle/>
          <a:p>
            <a:pPr rtl="0"/>
            <a:fld id="{69E57DC2-970A-4B3E-BB1C-7A09969E49DF}" type="slidenum">
              <a:rPr lang="en-US" altLang="zh-CN" noProof="0" smtClean="0"/>
              <a:t>‹#›</a:t>
            </a:fld>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zh-CN" altLang="en-US" noProof="0"/>
              <a:t>单击此处编辑母版标题样式</a:t>
            </a:r>
          </a:p>
        </p:txBody>
      </p:sp>
      <p:sp>
        <p:nvSpPr>
          <p:cNvPr id="3" name="文本占位符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icrosoft YaHei UI" panose="020B0503020204020204" pitchFamily="34" charset="-122"/>
                <a:ea typeface="Microsoft YaHei UI" panose="020B0503020204020204" pitchFamily="34" charset="-122"/>
              </a:defRPr>
            </a:lvl1pPr>
          </a:lstStyle>
          <a:p>
            <a:fld id="{EFAB11F1-59FE-48BE-91BA-99BF2D5E1491}" type="datetime1">
              <a:rPr lang="zh-CN" altLang="en-US" noProof="0" smtClean="0"/>
              <a:t>2026/10/19</a:t>
            </a:fld>
            <a:endParaRPr lang="zh-CN" altLang="en-US" noProof="0">
              <a:latin typeface="Microsoft YaHei UI" panose="020B0503020204020204" pitchFamily="34" charset="-122"/>
              <a:ea typeface="Microsoft YaHei UI" panose="020B0503020204020204" pitchFamily="34" charset="-122"/>
            </a:endParaRPr>
          </a:p>
        </p:txBody>
      </p:sp>
      <p:sp>
        <p:nvSpPr>
          <p:cNvPr id="5" name="页脚占位符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6" name="幻灯片编号占位符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icrosoft YaHei UI" panose="020B0503020204020204" pitchFamily="34" charset="-122"/>
                <a:ea typeface="Microsoft YaHei UI" panose="020B0503020204020204" pitchFamily="34" charset="-122"/>
              </a:defRPr>
            </a:lvl1pPr>
          </a:lstStyle>
          <a:p>
            <a:fld id="{69E57DC2-970A-4B3E-BB1C-7A09969E49DF}" type="slidenum">
              <a:rPr lang="en-US" altLang="zh-CN" noProof="0" smtClean="0"/>
              <a:t>‹#›</a:t>
            </a:fld>
            <a:endParaRPr lang="zh-CN" altLang="en-US" noProof="0">
              <a:latin typeface="Microsoft YaHei UI" panose="020B0503020204020204" pitchFamily="34" charset="-122"/>
              <a:ea typeface="Microsoft YaHei UI" panose="020B0503020204020204" pitchFamily="34" charset="-122"/>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panose="020B0604020202020204"/>
        <a:buChar char="•"/>
        <a:defRPr sz="1800" kern="1200" cap="none">
          <a:solidFill>
            <a:schemeClr val="tx1"/>
          </a:solidFill>
          <a:effectLst/>
          <a:latin typeface="Microsoft YaHei UI" panose="020B0503020204020204" pitchFamily="34" charset="-122"/>
          <a:ea typeface="Microsoft YaHei UI" panose="020B0503020204020204" pitchFamily="34" charset="-122"/>
          <a:cs typeface="+mn-cs"/>
        </a:defRPr>
      </a:lvl1pPr>
      <a:lvl2pPr marL="742950" indent="-285750" algn="l" defTabSz="457200" rtl="0" eaLnBrk="1" latinLnBrk="0" hangingPunct="1">
        <a:spcBef>
          <a:spcPts val="0"/>
        </a:spcBef>
        <a:spcAft>
          <a:spcPts val="1000"/>
        </a:spcAft>
        <a:buClr>
          <a:schemeClr val="tx1"/>
        </a:buClr>
        <a:buSzPct val="100000"/>
        <a:buFont typeface="Arial" panose="020B0604020202020204"/>
        <a:buChar char="•"/>
        <a:defRPr sz="1600" kern="1200" cap="none">
          <a:solidFill>
            <a:schemeClr val="tx1"/>
          </a:solidFill>
          <a:effectLst/>
          <a:latin typeface="Microsoft YaHei UI" panose="020B0503020204020204" pitchFamily="34" charset="-122"/>
          <a:ea typeface="Microsoft YaHei UI" panose="020B0503020204020204" pitchFamily="34" charset="-122"/>
          <a:cs typeface="+mn-cs"/>
        </a:defRPr>
      </a:lvl2pPr>
      <a:lvl3pPr marL="1200150" indent="-285750" algn="l" defTabSz="457200" rtl="0" eaLnBrk="1" latinLnBrk="0" hangingPunct="1">
        <a:spcBef>
          <a:spcPts val="0"/>
        </a:spcBef>
        <a:spcAft>
          <a:spcPts val="1000"/>
        </a:spcAft>
        <a:buClr>
          <a:schemeClr val="tx1"/>
        </a:buClr>
        <a:buSzPct val="100000"/>
        <a:buFont typeface="Arial" panose="020B0604020202020204"/>
        <a:buChar char="•"/>
        <a:defRPr sz="1400" kern="1200" cap="none">
          <a:solidFill>
            <a:schemeClr val="tx1"/>
          </a:solidFill>
          <a:effectLst/>
          <a:latin typeface="Microsoft YaHei UI" panose="020B0503020204020204" pitchFamily="34" charset="-122"/>
          <a:ea typeface="Microsoft YaHei UI" panose="020B0503020204020204" pitchFamily="34" charset="-122"/>
          <a:cs typeface="+mn-cs"/>
        </a:defRPr>
      </a:lvl3pPr>
      <a:lvl4pPr marL="15430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icrosoft YaHei UI" panose="020B0503020204020204" pitchFamily="34" charset="-122"/>
          <a:ea typeface="Microsoft YaHei UI" panose="020B0503020204020204" pitchFamily="34" charset="-122"/>
          <a:cs typeface="+mn-cs"/>
        </a:defRPr>
      </a:lvl4pPr>
      <a:lvl5pPr marL="20002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icrosoft YaHei UI" panose="020B0503020204020204" pitchFamily="34" charset="-122"/>
          <a:ea typeface="Microsoft YaHei UI" panose="020B0503020204020204" pitchFamily="34" charset="-122"/>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1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slideLayout" Target="../slideLayouts/slideLayout8.xml"/><Relationship Id="rId4" Type="http://schemas.openxmlformats.org/officeDocument/2006/relationships/video" Target="../media/media2.mp4"/></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夜晚的天空以及远处地平线上的群山"/>
          <p:cNvPicPr>
            <a:picLocks noChangeAspect="1"/>
          </p:cNvPicPr>
          <p:nvPr/>
        </p:nvPicPr>
        <p:blipFill rotWithShape="1">
          <a:blip r:embed="rId3">
            <a:alphaModFix amt="20000"/>
          </a:blip>
          <a:srcRect/>
          <a:stretch>
            <a:fillRect/>
          </a:stretch>
        </p:blipFill>
        <p:spPr>
          <a:xfrm>
            <a:off x="20" y="10"/>
            <a:ext cx="12191980" cy="6857990"/>
          </a:xfrm>
          <a:prstGeom prst="rect">
            <a:avLst/>
          </a:prstGeom>
        </p:spPr>
      </p:pic>
      <p:sp>
        <p:nvSpPr>
          <p:cNvPr id="2" name="标题 1"/>
          <p:cNvSpPr>
            <a:spLocks noGrp="1"/>
          </p:cNvSpPr>
          <p:nvPr>
            <p:ph type="ctrTitle"/>
          </p:nvPr>
        </p:nvSpPr>
        <p:spPr>
          <a:xfrm>
            <a:off x="1146748" y="2554817"/>
            <a:ext cx="10785421" cy="2833696"/>
          </a:xfrm>
        </p:spPr>
        <p:txBody>
          <a:bodyPr rtlCol="0">
            <a:normAutofit/>
          </a:bodyPr>
          <a:lstStyle/>
          <a:p>
            <a:pPr rtl="0"/>
            <a:r>
              <a:rPr lang="en-US" altLang="zh-CN" sz="6000" b="1" dirty="0"/>
              <a:t>CRTC</a:t>
            </a:r>
            <a:r>
              <a:rPr lang="zh-CN" altLang="en-US" sz="6000" b="1" dirty="0"/>
              <a:t>机器小车设计（中期考核）</a:t>
            </a:r>
          </a:p>
        </p:txBody>
      </p:sp>
      <p:sp>
        <p:nvSpPr>
          <p:cNvPr id="3" name="副标题 2"/>
          <p:cNvSpPr>
            <a:spLocks noGrp="1"/>
          </p:cNvSpPr>
          <p:nvPr>
            <p:ph type="subTitle" idx="1"/>
          </p:nvPr>
        </p:nvSpPr>
        <p:spPr>
          <a:xfrm>
            <a:off x="2292888" y="5388513"/>
            <a:ext cx="9639281" cy="607554"/>
          </a:xfrm>
        </p:spPr>
        <p:txBody>
          <a:bodyPr rtlCol="0">
            <a:normAutofit/>
          </a:bodyPr>
          <a:lstStyle/>
          <a:p>
            <a:pPr rtl="0"/>
            <a:r>
              <a:rPr lang="zh-CN" altLang="en-US" sz="2800" dirty="0">
                <a:solidFill>
                  <a:schemeClr val="accent1">
                    <a:lumMod val="40000"/>
                    <a:lumOff val="60000"/>
                  </a:schemeClr>
                </a:solidFill>
              </a:rPr>
              <a:t>展示方：神临战队</a:t>
            </a:r>
            <a:endParaRPr lang="en-US" altLang="zh-CN" sz="2800" dirty="0">
              <a:solidFill>
                <a:schemeClr val="accent1">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05034" y="33839"/>
            <a:ext cx="6143423" cy="1456267"/>
          </a:xfrm>
        </p:spPr>
        <p:txBody>
          <a:bodyPr rtlCol="0">
            <a:normAutofit/>
          </a:bodyPr>
          <a:lstStyle/>
          <a:p>
            <a:pPr rtl="0"/>
            <a:r>
              <a:rPr lang="zh-CN" altLang="en-US" dirty="0">
                <a:latin typeface="Microsoft YaHei UI" panose="020B0503020204020204" pitchFamily="34" charset="-122"/>
                <a:ea typeface="Microsoft YaHei UI" panose="020B0503020204020204" pitchFamily="34" charset="-122"/>
              </a:rPr>
              <a:t>全局技术</a:t>
            </a:r>
            <a:endParaRPr lang="zh-CN" altLang="ru-RU" dirty="0">
              <a:latin typeface="Microsoft YaHei UI" panose="020B0503020204020204" pitchFamily="34" charset="-122"/>
              <a:ea typeface="Microsoft YaHei UI" panose="020B0503020204020204" pitchFamily="34" charset="-122"/>
            </a:endParaRPr>
          </a:p>
        </p:txBody>
      </p:sp>
      <p:pic>
        <p:nvPicPr>
          <p:cNvPr id="4" name="图片 3" descr="夜晚天空中的卫星"/>
          <p:cNvPicPr>
            <a:picLocks noChangeAspect="1"/>
          </p:cNvPicPr>
          <p:nvPr/>
        </p:nvPicPr>
        <p:blipFill rotWithShape="1">
          <a:blip r:embed="rId4"/>
          <a:srcRect l="8611" r="16027" b="1"/>
          <a:stretch>
            <a:fillRect/>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grpSp>
        <p:nvGrpSpPr>
          <p:cNvPr id="179" name="组 178"/>
          <p:cNvGrpSpPr>
            <a:grpSpLocks noGrp="1" noUngrp="1" noRot="1" noChangeAspect="1" noMove="1" noResize="1"/>
          </p:cNvGrpSpPr>
          <p:nvPr/>
        </p:nvGrpSpPr>
        <p:grpSpPr>
          <a:xfrm rot="21267604">
            <a:off x="8565602" y="3905595"/>
            <a:ext cx="3639934" cy="3163289"/>
            <a:chOff x="5281603" y="104899"/>
            <a:chExt cx="6910397" cy="6005491"/>
          </a:xfrm>
        </p:grpSpPr>
        <p:sp>
          <p:nvSpPr>
            <p:cNvPr id="180" name="任意多边形(F) 98"/>
            <p:cNvSpPr/>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grpSp>
          <p:nvGrpSpPr>
            <p:cNvPr id="181" name="组 180"/>
            <p:cNvGrpSpPr/>
            <p:nvPr/>
          </p:nvGrpSpPr>
          <p:grpSpPr>
            <a:xfrm>
              <a:off x="5516018" y="331504"/>
              <a:ext cx="6675982" cy="5235326"/>
              <a:chOff x="5516018" y="331504"/>
              <a:chExt cx="6675982" cy="5235326"/>
            </a:xfrm>
          </p:grpSpPr>
          <p:cxnSp>
            <p:nvCxnSpPr>
              <p:cNvPr id="182" name="直接连接符​​(S) 181"/>
              <p:cNvCxnSpPr/>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直接连接符​​(S) 182"/>
              <p:cNvCxnSpPr/>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直接连接符​​(S) 183"/>
              <p:cNvCxnSpPr/>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直接连接符​​(S) 184"/>
              <p:cNvCxnSpPr/>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直接连接符​​(S) 185"/>
              <p:cNvCxnSpPr/>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直接连接符​​(S) 186"/>
              <p:cNvCxnSpPr/>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直接连接符​​(S) 187"/>
              <p:cNvCxnSpPr/>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直接连接符​​(S) 188"/>
              <p:cNvCxnSpPr/>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直接连接符​​(S) 189"/>
              <p:cNvCxnSpPr/>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直接连接符​​(S) 190"/>
              <p:cNvCxnSpPr/>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直接连接符​​(S) 191"/>
              <p:cNvCxnSpPr/>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直接连接符​​(S) 192"/>
              <p:cNvCxnSpPr/>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直接连接符​​(S) 193"/>
              <p:cNvCxnSpPr/>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直接连接符​​(S) 194"/>
              <p:cNvCxnSpPr/>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直接连接符​​(S) 195"/>
              <p:cNvCxnSpPr/>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直接连接符​​(S) 196"/>
              <p:cNvCxnSpPr/>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直接连接符​​(S) 197"/>
              <p:cNvCxnSpPr/>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直接连接符​​(S) 198"/>
              <p:cNvCxnSpPr/>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直接连接符​​(S) 199"/>
              <p:cNvCxnSpPr/>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直接连接符​​(S) 200"/>
              <p:cNvCxnSpPr/>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直接连接符​​(S) 201"/>
              <p:cNvCxnSpPr/>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直接连接符​​(S) 202"/>
              <p:cNvCxnSpPr/>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直接连接符​​(S) 203"/>
              <p:cNvCxnSpPr/>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直接连接符​​(S) 204"/>
              <p:cNvCxnSpPr/>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直接连接符​​(S) 205"/>
              <p:cNvCxnSpPr/>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直接连接符​​(S) 206"/>
              <p:cNvCxnSpPr/>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直接连接符​​(S) 207"/>
              <p:cNvCxnSpPr/>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直接连接符​​(S) 208"/>
              <p:cNvCxnSpPr/>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直接连接符​​(S) 209"/>
              <p:cNvCxnSpPr/>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直接连接符​​(S) 210"/>
              <p:cNvCxnSpPr/>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直接连接符​​(S) 211"/>
              <p:cNvCxnSpPr/>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直接连接符​​(S) 212"/>
              <p:cNvCxnSpPr/>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直接连接符​​(S) 213"/>
              <p:cNvCxnSpPr/>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直接连接符​​(S) 214"/>
              <p:cNvCxnSpPr/>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直接连接符​​(S) 215"/>
              <p:cNvCxnSpPr/>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直接连接符​​(S) 216"/>
              <p:cNvCxnSpPr/>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直接连接符​​(S) 217"/>
              <p:cNvCxnSpPr/>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直接连接符​​(S) 218"/>
              <p:cNvCxnSpPr/>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直接连接符​​(S) 219"/>
              <p:cNvCxnSpPr/>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直接连接符​​(S) 220"/>
              <p:cNvCxnSpPr/>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直接连接符​​(S) 221"/>
              <p:cNvCxnSpPr/>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直接连接符​​(S) 222"/>
              <p:cNvCxnSpPr/>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直接连接符​​(S) 223"/>
              <p:cNvCxnSpPr/>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直接连接符​​(S) 224"/>
              <p:cNvCxnSpPr/>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直接连接符​​(S) 225"/>
              <p:cNvCxnSpPr/>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直接连接符​​(S) 226"/>
              <p:cNvCxnSpPr/>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直接连接符​​(S) 227"/>
              <p:cNvCxnSpPr/>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直接连接符​​(S) 228"/>
              <p:cNvCxnSpPr/>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直接连接符​​(S) 229"/>
              <p:cNvCxnSpPr/>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直接连接符​​(S) 230"/>
              <p:cNvCxnSpPr/>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直接连接符​​(S) 231"/>
              <p:cNvCxnSpPr/>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直接连接符​​(S) 232"/>
              <p:cNvCxnSpPr/>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直接连接符​​(S) 233"/>
              <p:cNvCxnSpPr/>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直接连接符​​(S) 234"/>
              <p:cNvCxnSpPr/>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直接连接符​​(S) 235"/>
              <p:cNvCxnSpPr/>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直接连接符​​(S) 236"/>
              <p:cNvCxnSpPr/>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直接连接符​​(S) 237"/>
              <p:cNvCxnSpPr/>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直接连接符​​(S) 238"/>
              <p:cNvCxnSpPr/>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直接连接符​​(S) 239"/>
              <p:cNvCxnSpPr/>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直接连接符​​(S) 240"/>
              <p:cNvCxnSpPr/>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直接连接符​​(S) 241"/>
              <p:cNvCxnSpPr/>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直接连接符​​(S) 242"/>
              <p:cNvCxnSpPr/>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直接连接符​​(S) 243"/>
              <p:cNvCxnSpPr/>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直接连接符​​(S) 244"/>
              <p:cNvCxnSpPr/>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直接连接符​​(S) 245"/>
              <p:cNvCxnSpPr/>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直接连接符​​(S) 246"/>
              <p:cNvCxnSpPr/>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直接连接符​​(S) 247"/>
              <p:cNvCxnSpPr/>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直接连接符​​(S) 248"/>
              <p:cNvCxnSpPr/>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直接连接符​​(S) 249"/>
              <p:cNvCxnSpPr/>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直接连接符​​(S) 250"/>
              <p:cNvCxnSpPr/>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直接连接符​​(S) 251"/>
              <p:cNvCxnSpPr/>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直接连接符​​(S) 252"/>
              <p:cNvCxnSpPr/>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直接连接符​​(S) 253"/>
              <p:cNvCxnSpPr/>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直接连接符​​(S) 254"/>
              <p:cNvCxnSpPr/>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直接连接符​​(S) 255"/>
              <p:cNvCxnSpPr/>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直接连接符​​(S) 256"/>
              <p:cNvCxnSpPr/>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直接连接符​​(S) 257"/>
              <p:cNvCxnSpPr/>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直接连接符​​(S) 258"/>
              <p:cNvCxnSpPr/>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组 260"/>
          <p:cNvGrpSpPr>
            <a:grpSpLocks noGrp="1" noUngrp="1" noRot="1" noChangeAspect="1" noMove="1" noResize="1"/>
          </p:cNvGrpSpPr>
          <p:nvPr/>
        </p:nvGrpSpPr>
        <p:grpSpPr>
          <a:xfrm rot="15392608">
            <a:off x="7397406" y="-618857"/>
            <a:ext cx="4915057" cy="4271437"/>
            <a:chOff x="5281603" y="104899"/>
            <a:chExt cx="6910397" cy="6005491"/>
          </a:xfrm>
        </p:grpSpPr>
        <p:sp>
          <p:nvSpPr>
            <p:cNvPr id="262" name="任意多边形(F) 17"/>
            <p:cNvSpPr/>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grpSp>
          <p:nvGrpSpPr>
            <p:cNvPr id="263" name="组 262"/>
            <p:cNvGrpSpPr/>
            <p:nvPr/>
          </p:nvGrpSpPr>
          <p:grpSpPr>
            <a:xfrm>
              <a:off x="5516018" y="331504"/>
              <a:ext cx="6675982" cy="5235326"/>
              <a:chOff x="5516018" y="331504"/>
              <a:chExt cx="6675982" cy="5235326"/>
            </a:xfrm>
          </p:grpSpPr>
          <p:cxnSp>
            <p:nvCxnSpPr>
              <p:cNvPr id="264" name="直接连接符​​(S) 263"/>
              <p:cNvCxnSpPr/>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直接连接符​​(S) 264"/>
              <p:cNvCxnSpPr/>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直接连接符​​(S) 265"/>
              <p:cNvCxnSpPr/>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直接连接符​​(S) 266"/>
              <p:cNvCxnSpPr/>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直接连接符​​(S) 267"/>
              <p:cNvCxnSpPr/>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直接连接符​​(S) 268"/>
              <p:cNvCxnSpPr/>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直接连接符​​(S) 269"/>
              <p:cNvCxnSpPr/>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直接连接符​​(S) 270"/>
              <p:cNvCxnSpPr/>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直接连接符​​(S) 271"/>
              <p:cNvCxnSpPr/>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直接连接符​​(S) 272"/>
              <p:cNvCxnSpPr/>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直接连接符​​(S) 273"/>
              <p:cNvCxnSpPr/>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直接连接符​​(S) 274"/>
              <p:cNvCxnSpPr/>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直接连接符​​(S) 275"/>
              <p:cNvCxnSpPr/>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直接连接符​​(S) 276"/>
              <p:cNvCxnSpPr/>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直接连接符​​(S) 277"/>
              <p:cNvCxnSpPr/>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直接连接符​​(S) 278"/>
              <p:cNvCxnSpPr/>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直接连接符​​(S) 279"/>
              <p:cNvCxnSpPr/>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直接连接符​​(S) 280"/>
              <p:cNvCxnSpPr/>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直接连接符​​(S) 281"/>
              <p:cNvCxnSpPr/>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直接连接符​​(S) 282"/>
              <p:cNvCxnSpPr/>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直接连接符​​(S) 283"/>
              <p:cNvCxnSpPr/>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直接连接符​​(S) 284"/>
              <p:cNvCxnSpPr/>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直接连接符​​(S) 285"/>
              <p:cNvCxnSpPr/>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直接连接符​​(S) 286"/>
              <p:cNvCxnSpPr/>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直接连接符​​(S) 287"/>
              <p:cNvCxnSpPr/>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直接连接符​​(S) 288"/>
              <p:cNvCxnSpPr/>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直接连接符​​(S) 289"/>
              <p:cNvCxnSpPr/>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直接连接符​​(S) 290"/>
              <p:cNvCxnSpPr/>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直接连接符​​(S) 291"/>
              <p:cNvCxnSpPr/>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直接连接符​​(S) 292"/>
              <p:cNvCxnSpPr/>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直接连接符​​(S) 293"/>
              <p:cNvCxnSpPr/>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直接连接符​​(S) 294"/>
              <p:cNvCxnSpPr/>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直接连接符​​(S) 295"/>
              <p:cNvCxnSpPr/>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直接连接符​​(S) 296"/>
              <p:cNvCxnSpPr/>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直接连接符​​(S) 297"/>
              <p:cNvCxnSpPr/>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直接连接符​​(S) 298"/>
              <p:cNvCxnSpPr/>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直接连接符​​(S) 299"/>
              <p:cNvCxnSpPr/>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直接连接符​​(S) 300"/>
              <p:cNvCxnSpPr/>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直接连接符​​(S) 301"/>
              <p:cNvCxnSpPr/>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直接连接符​​(S) 302"/>
              <p:cNvCxnSpPr/>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直接连接符​​(S) 303"/>
              <p:cNvCxnSpPr/>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直接连接符​​(S) 304"/>
              <p:cNvCxnSpPr/>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直接连接符​​(S) 305"/>
              <p:cNvCxnSpPr/>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直接连接符​​(S) 306"/>
              <p:cNvCxnSpPr/>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直接连接符​​(S) 307"/>
              <p:cNvCxnSpPr/>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直接连接符​​(S) 308"/>
              <p:cNvCxnSpPr/>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直接连接符​​(S) 309"/>
              <p:cNvCxnSpPr/>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直接连接符​​(S) 310"/>
              <p:cNvCxnSpPr/>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直接连接符​​(S) 311"/>
              <p:cNvCxnSpPr/>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直接连接符​​(S) 312"/>
              <p:cNvCxnSpPr/>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直接连接符​​(S) 313"/>
              <p:cNvCxnSpPr/>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直接连接符​​(S) 314"/>
              <p:cNvCxnSpPr/>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直接连接符​​(S) 315"/>
              <p:cNvCxnSpPr/>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直接连接符​​(S) 316"/>
              <p:cNvCxnSpPr/>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直接连接符​​(S) 317"/>
              <p:cNvCxnSpPr/>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直接连接符​​(S) 318"/>
              <p:cNvCxnSpPr/>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直接连接符​​(S) 319"/>
              <p:cNvCxnSpPr/>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直接连接符​​(S) 320"/>
              <p:cNvCxnSpPr/>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直接连接符​​(S) 321"/>
              <p:cNvCxnSpPr/>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直接连接符​​(S) 322"/>
              <p:cNvCxnSpPr/>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直接连接符​​(S) 323"/>
              <p:cNvCxnSpPr/>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直接连接符​​(S) 324"/>
              <p:cNvCxnSpPr/>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直接连接符​​(S) 325"/>
              <p:cNvCxnSpPr/>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直接连接符​​(S) 326"/>
              <p:cNvCxnSpPr/>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直接连接符​​(S) 327"/>
              <p:cNvCxnSpPr/>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直接连接符​​(S) 328"/>
              <p:cNvCxnSpPr/>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直接连接符​​(S) 329"/>
              <p:cNvCxnSpPr/>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直接连接符​​(S) 330"/>
              <p:cNvCxnSpPr/>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直接连接符​​(S) 331"/>
              <p:cNvCxnSpPr/>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直接连接符​​(S) 332"/>
              <p:cNvCxnSpPr/>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直接连接符​​(S) 333"/>
              <p:cNvCxnSpPr/>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直接连接符​​(S) 334"/>
              <p:cNvCxnSpPr/>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直接连接符​​(S) 335"/>
              <p:cNvCxnSpPr/>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直接连接符​​(S) 336"/>
              <p:cNvCxnSpPr/>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直接连接符​​(S) 337"/>
              <p:cNvCxnSpPr/>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直接连接符​​(S) 338"/>
              <p:cNvCxnSpPr/>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直接连接符​​(S) 339"/>
              <p:cNvCxnSpPr/>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直接连接符​​(S) 340"/>
              <p:cNvCxnSpPr/>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7" name="图片 6" descr="抽象光点图像"/>
          <p:cNvPicPr>
            <a:picLocks noChangeAspect="1"/>
          </p:cNvPicPr>
          <p:nvPr/>
        </p:nvPicPr>
        <p:blipFill rotWithShape="1">
          <a:blip r:embed="rId5"/>
          <a:srcRect l="23268" r="4773" b="-1"/>
          <a:stretch>
            <a:fillRect/>
          </a:stretch>
        </p:blipFill>
        <p:spPr>
          <a:xfrm>
            <a:off x="8062325" y="-41857"/>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8" name="内容占位符 7"/>
          <p:cNvSpPr>
            <a:spLocks noGrp="1"/>
          </p:cNvSpPr>
          <p:nvPr>
            <p:ph idx="1"/>
          </p:nvPr>
        </p:nvSpPr>
        <p:spPr/>
        <p:txBody>
          <a:bodyPr/>
          <a:lstStyle/>
          <a:p>
            <a:r>
              <a:rPr lang="en-US" altLang="zh-CN" sz="4800"/>
              <a:t>1.</a:t>
            </a:r>
            <a:r>
              <a:rPr lang="zh-CN" altLang="en-US" sz="4800"/>
              <a:t>抓取方案历程</a:t>
            </a:r>
          </a:p>
          <a:p>
            <a:r>
              <a:rPr lang="en-US" altLang="zh-CN" sz="4800"/>
              <a:t>2.</a:t>
            </a:r>
            <a:r>
              <a:rPr lang="zh-CN" altLang="en-US" sz="4800"/>
              <a:t>车型方案历程</a:t>
            </a:r>
          </a:p>
          <a:p>
            <a:r>
              <a:rPr lang="en-US" altLang="zh-CN" sz="4800"/>
              <a:t>3.</a:t>
            </a:r>
            <a:r>
              <a:rPr lang="zh-CN" altLang="en-US" sz="4800"/>
              <a:t>其他重要部件</a:t>
            </a:r>
          </a:p>
          <a:p>
            <a:r>
              <a:rPr lang="en-US" altLang="zh-CN" sz="4800"/>
              <a:t>4.</a:t>
            </a:r>
            <a:r>
              <a:rPr lang="zh-CN" altLang="en-US" sz="4800"/>
              <a:t>车型预算</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8115" y="119380"/>
            <a:ext cx="4351020" cy="1108075"/>
          </a:xfrm>
        </p:spPr>
        <p:txBody>
          <a:bodyPr>
            <a:normAutofit/>
          </a:bodyPr>
          <a:lstStyle/>
          <a:p>
            <a:r>
              <a:rPr lang="en-US" altLang="zh-CN" sz="4000" dirty="0"/>
              <a:t>1.</a:t>
            </a:r>
            <a:r>
              <a:rPr lang="zh-CN" altLang="en-US" sz="4000" dirty="0"/>
              <a:t>抓取方案历程</a:t>
            </a:r>
          </a:p>
        </p:txBody>
      </p:sp>
      <p:sp>
        <p:nvSpPr>
          <p:cNvPr id="3" name="内容占位符 2"/>
          <p:cNvSpPr>
            <a:spLocks noGrp="1"/>
          </p:cNvSpPr>
          <p:nvPr>
            <p:ph idx="1"/>
          </p:nvPr>
        </p:nvSpPr>
        <p:spPr>
          <a:xfrm>
            <a:off x="158115" y="931545"/>
            <a:ext cx="11939905" cy="1153160"/>
          </a:xfrm>
        </p:spPr>
        <p:txBody>
          <a:bodyPr/>
          <a:lstStyle/>
          <a:p>
            <a:r>
              <a:rPr lang="zh-CN" altLang="en-US"/>
              <a:t>我们小组在小车最初讨论的时候，考虑到物体的镂空特性，就敲定了使用内部探针取物的方案</a:t>
            </a:r>
          </a:p>
        </p:txBody>
      </p:sp>
      <p:pic>
        <p:nvPicPr>
          <p:cNvPr id="4" name="图片 3" descr="TB2wwiHswxlpuFjSszbXXcSVpXa_!!496477356"/>
          <p:cNvPicPr>
            <a:picLocks noChangeAspect="1"/>
          </p:cNvPicPr>
          <p:nvPr/>
        </p:nvPicPr>
        <p:blipFill>
          <a:blip r:embed="rId2"/>
          <a:stretch>
            <a:fillRect/>
          </a:stretch>
        </p:blipFill>
        <p:spPr>
          <a:xfrm>
            <a:off x="588645" y="1884045"/>
            <a:ext cx="2125980" cy="1452245"/>
          </a:xfrm>
          <a:prstGeom prst="rect">
            <a:avLst/>
          </a:prstGeom>
        </p:spPr>
      </p:pic>
      <p:sp>
        <p:nvSpPr>
          <p:cNvPr id="6" name="文本框 5"/>
          <p:cNvSpPr txBox="1"/>
          <p:nvPr/>
        </p:nvSpPr>
        <p:spPr>
          <a:xfrm>
            <a:off x="394335" y="4043680"/>
            <a:ext cx="11703685" cy="368300"/>
          </a:xfrm>
          <a:prstGeom prst="rect">
            <a:avLst/>
          </a:prstGeom>
          <a:noFill/>
        </p:spPr>
        <p:txBody>
          <a:bodyPr wrap="square" rtlCol="0">
            <a:spAutoFit/>
          </a:bodyPr>
          <a:lstStyle/>
          <a:p>
            <a:r>
              <a:rPr lang="zh-CN" altLang="en-US" dirty="0"/>
              <a:t>我们的最初灵感来源于门锁结构上的伸缩结构，并思考如何让柱状物伸入能量方块并卡住</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6436" y="241954"/>
            <a:ext cx="10131425" cy="824847"/>
          </a:xfrm>
        </p:spPr>
        <p:txBody>
          <a:bodyPr/>
          <a:lstStyle/>
          <a:p>
            <a:r>
              <a:rPr lang="en-US" altLang="zh-CN" dirty="0">
                <a:sym typeface="+mn-ea"/>
              </a:rPr>
              <a:t>1.</a:t>
            </a:r>
            <a:r>
              <a:rPr lang="zh-CN" altLang="en-US" dirty="0">
                <a:sym typeface="+mn-ea"/>
              </a:rPr>
              <a:t>抓取方案历程</a:t>
            </a:r>
            <a:endParaRPr lang="zh-CN" altLang="en-US" dirty="0"/>
          </a:p>
        </p:txBody>
      </p:sp>
      <p:sp>
        <p:nvSpPr>
          <p:cNvPr id="12" name="内容占位符 11"/>
          <p:cNvSpPr>
            <a:spLocks noGrp="1"/>
          </p:cNvSpPr>
          <p:nvPr>
            <p:ph idx="1"/>
          </p:nvPr>
        </p:nvSpPr>
        <p:spPr>
          <a:xfrm>
            <a:off x="780069" y="5415700"/>
            <a:ext cx="10131425" cy="824847"/>
          </a:xfrm>
        </p:spPr>
        <p:txBody>
          <a:bodyPr/>
          <a:lstStyle/>
          <a:p>
            <a:pPr lvl="1"/>
            <a:endParaRPr lang="zh-CN" altLang="en-US" dirty="0"/>
          </a:p>
        </p:txBody>
      </p:sp>
      <p:pic>
        <p:nvPicPr>
          <p:cNvPr id="4" name="图片 3" descr="9E8DA49322C4E4FC1DD3DA57621EB2E0"/>
          <p:cNvPicPr>
            <a:picLocks noChangeAspect="1"/>
          </p:cNvPicPr>
          <p:nvPr/>
        </p:nvPicPr>
        <p:blipFill>
          <a:blip r:embed="rId2"/>
          <a:stretch>
            <a:fillRect/>
          </a:stretch>
        </p:blipFill>
        <p:spPr>
          <a:xfrm>
            <a:off x="194945" y="2895600"/>
            <a:ext cx="1416685" cy="934720"/>
          </a:xfrm>
          <a:prstGeom prst="rect">
            <a:avLst/>
          </a:prstGeom>
        </p:spPr>
      </p:pic>
      <p:pic>
        <p:nvPicPr>
          <p:cNvPr id="5" name="图片 4" descr="25E448EC54573E7050D9AB6CEC369436"/>
          <p:cNvPicPr>
            <a:picLocks noChangeAspect="1"/>
          </p:cNvPicPr>
          <p:nvPr/>
        </p:nvPicPr>
        <p:blipFill>
          <a:blip r:embed="rId3"/>
          <a:stretch>
            <a:fillRect/>
          </a:stretch>
        </p:blipFill>
        <p:spPr>
          <a:xfrm>
            <a:off x="236220" y="1697355"/>
            <a:ext cx="1148080" cy="861060"/>
          </a:xfrm>
          <a:prstGeom prst="rect">
            <a:avLst/>
          </a:prstGeom>
        </p:spPr>
      </p:pic>
      <p:pic>
        <p:nvPicPr>
          <p:cNvPr id="6" name="图片 5" descr="75FF3B41241643F8F0F72E149F57823D"/>
          <p:cNvPicPr>
            <a:picLocks noChangeAspect="1"/>
          </p:cNvPicPr>
          <p:nvPr/>
        </p:nvPicPr>
        <p:blipFill>
          <a:blip r:embed="rId4"/>
          <a:stretch>
            <a:fillRect/>
          </a:stretch>
        </p:blipFill>
        <p:spPr>
          <a:xfrm>
            <a:off x="4653280" y="2849245"/>
            <a:ext cx="1107440" cy="830580"/>
          </a:xfrm>
          <a:prstGeom prst="rect">
            <a:avLst/>
          </a:prstGeom>
        </p:spPr>
      </p:pic>
      <p:pic>
        <p:nvPicPr>
          <p:cNvPr id="8" name="图片 7" descr="234815A621550B58120613B5B0A466EF"/>
          <p:cNvPicPr>
            <a:picLocks noChangeAspect="1"/>
          </p:cNvPicPr>
          <p:nvPr/>
        </p:nvPicPr>
        <p:blipFill>
          <a:blip r:embed="rId5"/>
          <a:stretch>
            <a:fillRect/>
          </a:stretch>
        </p:blipFill>
        <p:spPr>
          <a:xfrm>
            <a:off x="4654550" y="1809750"/>
            <a:ext cx="1106170" cy="852170"/>
          </a:xfrm>
          <a:prstGeom prst="rect">
            <a:avLst/>
          </a:prstGeom>
        </p:spPr>
      </p:pic>
      <p:sp>
        <p:nvSpPr>
          <p:cNvPr id="11" name="文本框 10"/>
          <p:cNvSpPr txBox="1"/>
          <p:nvPr/>
        </p:nvSpPr>
        <p:spPr>
          <a:xfrm>
            <a:off x="153670" y="1052195"/>
            <a:ext cx="1582420" cy="645160"/>
          </a:xfrm>
          <a:prstGeom prst="rect">
            <a:avLst/>
          </a:prstGeom>
          <a:noFill/>
        </p:spPr>
        <p:txBody>
          <a:bodyPr wrap="square" rtlCol="0">
            <a:spAutoFit/>
          </a:bodyPr>
          <a:lstStyle/>
          <a:p>
            <a:r>
              <a:rPr lang="zh-CN" altLang="en-US"/>
              <a:t>这是最初建模的模型</a:t>
            </a:r>
          </a:p>
        </p:txBody>
      </p:sp>
      <p:sp>
        <p:nvSpPr>
          <p:cNvPr id="13" name="文本框 12"/>
          <p:cNvSpPr txBox="1"/>
          <p:nvPr/>
        </p:nvSpPr>
        <p:spPr>
          <a:xfrm>
            <a:off x="1468120" y="1810385"/>
            <a:ext cx="4064000" cy="553085"/>
          </a:xfrm>
          <a:prstGeom prst="rect">
            <a:avLst/>
          </a:prstGeom>
          <a:noFill/>
        </p:spPr>
        <p:txBody>
          <a:bodyPr wrap="square" rtlCol="0">
            <a:spAutoFit/>
          </a:bodyPr>
          <a:lstStyle/>
          <a:p>
            <a:r>
              <a:rPr lang="zh-CN" altLang="en-US" sz="1000"/>
              <a:t>原理：利用内部弹簧的伸缩与拉伸实现卡住方块</a:t>
            </a:r>
          </a:p>
          <a:p>
            <a:r>
              <a:rPr lang="zh-CN" altLang="en-US" sz="1000"/>
              <a:t>优点：方案成熟</a:t>
            </a:r>
          </a:p>
          <a:p>
            <a:r>
              <a:rPr lang="zh-CN" altLang="en-US" sz="1000"/>
              <a:t>缺点：结构复杂</a:t>
            </a:r>
          </a:p>
        </p:txBody>
      </p:sp>
      <p:sp>
        <p:nvSpPr>
          <p:cNvPr id="14" name="文本框 13"/>
          <p:cNvSpPr txBox="1"/>
          <p:nvPr/>
        </p:nvSpPr>
        <p:spPr>
          <a:xfrm>
            <a:off x="1696720" y="3139440"/>
            <a:ext cx="4064000" cy="553085"/>
          </a:xfrm>
          <a:prstGeom prst="rect">
            <a:avLst/>
          </a:prstGeom>
          <a:noFill/>
        </p:spPr>
        <p:txBody>
          <a:bodyPr wrap="square" rtlCol="0">
            <a:spAutoFit/>
          </a:bodyPr>
          <a:lstStyle/>
          <a:p>
            <a:r>
              <a:rPr lang="zh-CN" altLang="en-US" sz="1000"/>
              <a:t>原理：利用</a:t>
            </a:r>
            <a:r>
              <a:rPr lang="en-US" altLang="zh-CN" sz="1000"/>
              <a:t>PLA</a:t>
            </a:r>
            <a:r>
              <a:rPr lang="zh-CN" altLang="en-US" sz="1000"/>
              <a:t>的弹性使之弯曲</a:t>
            </a:r>
          </a:p>
          <a:p>
            <a:r>
              <a:rPr lang="zh-CN" altLang="en-US" sz="1000"/>
              <a:t>优点：结构简单</a:t>
            </a:r>
          </a:p>
          <a:p>
            <a:r>
              <a:rPr lang="zh-CN" altLang="en-US" sz="1000"/>
              <a:t>缺点：方案不成熟，需要多次更改参数</a:t>
            </a:r>
          </a:p>
        </p:txBody>
      </p:sp>
      <p:sp>
        <p:nvSpPr>
          <p:cNvPr id="15" name="文本框 14"/>
          <p:cNvSpPr txBox="1"/>
          <p:nvPr/>
        </p:nvSpPr>
        <p:spPr>
          <a:xfrm>
            <a:off x="4460240" y="1254125"/>
            <a:ext cx="4064000" cy="368300"/>
          </a:xfrm>
          <a:prstGeom prst="rect">
            <a:avLst/>
          </a:prstGeom>
          <a:noFill/>
        </p:spPr>
        <p:txBody>
          <a:bodyPr wrap="square" rtlCol="0">
            <a:spAutoFit/>
          </a:bodyPr>
          <a:lstStyle/>
          <a:p>
            <a:r>
              <a:rPr lang="zh-CN" altLang="en-US"/>
              <a:t>之后对第二个方案进行尝试</a:t>
            </a:r>
          </a:p>
        </p:txBody>
      </p:sp>
      <p:sp>
        <p:nvSpPr>
          <p:cNvPr id="16" name="文本框 15"/>
          <p:cNvSpPr txBox="1"/>
          <p:nvPr/>
        </p:nvSpPr>
        <p:spPr>
          <a:xfrm>
            <a:off x="5845810" y="3275330"/>
            <a:ext cx="4064000" cy="245110"/>
          </a:xfrm>
          <a:prstGeom prst="rect">
            <a:avLst/>
          </a:prstGeom>
          <a:noFill/>
        </p:spPr>
        <p:txBody>
          <a:bodyPr wrap="square" rtlCol="0">
            <a:spAutoFit/>
          </a:bodyPr>
          <a:lstStyle/>
          <a:p>
            <a:r>
              <a:rPr lang="zh-CN" altLang="en-US" sz="1000"/>
              <a:t>发现该结构有受力问题导致很容易断裂，果断放弃</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816" y="94268"/>
            <a:ext cx="4149869" cy="688157"/>
          </a:xfrm>
        </p:spPr>
        <p:txBody>
          <a:bodyPr vert="horz" lIns="91440" tIns="45720" rIns="91440" bIns="45720" rtlCol="0" anchor="ctr">
            <a:normAutofit/>
          </a:bodyPr>
          <a:lstStyle/>
          <a:p>
            <a:r>
              <a:rPr lang="en-US" altLang="zh-CN" sz="3600" dirty="0">
                <a:sym typeface="+mn-ea"/>
              </a:rPr>
              <a:t>1.</a:t>
            </a:r>
            <a:r>
              <a:rPr lang="zh-CN" altLang="en-US" sz="3600" dirty="0">
                <a:sym typeface="+mn-ea"/>
              </a:rPr>
              <a:t>抓取方案历程</a:t>
            </a:r>
            <a:endParaRPr lang="zh-CN" altLang="en-US" sz="3600" dirty="0"/>
          </a:p>
        </p:txBody>
      </p:sp>
      <p:sp>
        <p:nvSpPr>
          <p:cNvPr id="8" name="文本占位符 7"/>
          <p:cNvSpPr>
            <a:spLocks noGrp="1"/>
          </p:cNvSpPr>
          <p:nvPr>
            <p:ph type="body" sz="half" idx="2"/>
          </p:nvPr>
        </p:nvSpPr>
        <p:spPr>
          <a:xfrm>
            <a:off x="216535" y="1918335"/>
            <a:ext cx="3761105" cy="600075"/>
          </a:xfrm>
        </p:spPr>
        <p:txBody>
          <a:bodyPr>
            <a:normAutofit/>
          </a:bodyPr>
          <a:lstStyle/>
          <a:p>
            <a:r>
              <a:rPr lang="zh-CN" altLang="en-US" sz="2400" dirty="0"/>
              <a:t>这是最终敲定的抓取模块</a:t>
            </a:r>
          </a:p>
        </p:txBody>
      </p:sp>
      <p:sp>
        <p:nvSpPr>
          <p:cNvPr id="9" name="矩形 8"/>
          <p:cNvSpPr/>
          <p:nvPr/>
        </p:nvSpPr>
        <p:spPr>
          <a:xfrm>
            <a:off x="3868476" y="6144391"/>
            <a:ext cx="7164370" cy="516467"/>
          </a:xfrm>
          <a:prstGeom prst="rect">
            <a:avLst/>
          </a:prstGeom>
        </p:spPr>
        <p:txBody>
          <a:bodyPr/>
          <a:lstStyle/>
          <a:p>
            <a:endParaRPr lang="zh-CN" altLang="en-US"/>
          </a:p>
        </p:txBody>
      </p:sp>
      <p:sp>
        <p:nvSpPr>
          <p:cNvPr id="5" name="内容占位符 4"/>
          <p:cNvSpPr>
            <a:spLocks noGrp="1"/>
          </p:cNvSpPr>
          <p:nvPr>
            <p:ph idx="1"/>
          </p:nvPr>
        </p:nvSpPr>
        <p:spPr>
          <a:xfrm>
            <a:off x="3868420" y="915035"/>
            <a:ext cx="6169025" cy="1456055"/>
          </a:xfrm>
        </p:spPr>
        <p:txBody>
          <a:bodyPr/>
          <a:lstStyle/>
          <a:p>
            <a:r>
              <a:rPr lang="zh-CN" altLang="en-US"/>
              <a:t>并进行了多次参数的修改与调试，并进行多角度方块的抓取测试其稳定性</a:t>
            </a:r>
          </a:p>
        </p:txBody>
      </p:sp>
      <p:pic>
        <p:nvPicPr>
          <p:cNvPr id="6" name="图片 5" descr="A55924B267DCE125C8FA49EAAB38C478"/>
          <p:cNvPicPr>
            <a:picLocks noChangeAspect="1"/>
          </p:cNvPicPr>
          <p:nvPr/>
        </p:nvPicPr>
        <p:blipFill>
          <a:blip r:embed="rId3"/>
          <a:stretch>
            <a:fillRect/>
          </a:stretch>
        </p:blipFill>
        <p:spPr>
          <a:xfrm>
            <a:off x="5604510" y="2412365"/>
            <a:ext cx="2274570" cy="1706880"/>
          </a:xfrm>
          <a:prstGeom prst="rect">
            <a:avLst/>
          </a:prstGeom>
        </p:spPr>
      </p:pic>
      <p:pic>
        <p:nvPicPr>
          <p:cNvPr id="7" name="图片 6" descr="11003B2A8DCD333738A7AB44C21DCAD0"/>
          <p:cNvPicPr>
            <a:picLocks noChangeAspect="1"/>
          </p:cNvPicPr>
          <p:nvPr/>
        </p:nvPicPr>
        <p:blipFill>
          <a:blip r:embed="rId4"/>
          <a:stretch>
            <a:fillRect/>
          </a:stretch>
        </p:blipFill>
        <p:spPr>
          <a:xfrm>
            <a:off x="897890" y="2729230"/>
            <a:ext cx="1144270" cy="10737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058" y="44358"/>
            <a:ext cx="4894868" cy="687590"/>
          </a:xfrm>
        </p:spPr>
        <p:txBody>
          <a:bodyPr>
            <a:noAutofit/>
          </a:bodyPr>
          <a:lstStyle/>
          <a:p>
            <a:r>
              <a:rPr lang="en-US" altLang="zh-CN" sz="3600" dirty="0">
                <a:sym typeface="+mn-ea"/>
              </a:rPr>
              <a:t>1.</a:t>
            </a:r>
            <a:r>
              <a:rPr lang="zh-CN" altLang="en-US" sz="3600" dirty="0">
                <a:sym typeface="+mn-ea"/>
              </a:rPr>
              <a:t>抓取方案历程</a:t>
            </a:r>
            <a:endParaRPr lang="zh-CN" altLang="en-US" sz="3600" dirty="0"/>
          </a:p>
        </p:txBody>
      </p:sp>
      <p:sp>
        <p:nvSpPr>
          <p:cNvPr id="4" name="文本占位符 3"/>
          <p:cNvSpPr>
            <a:spLocks noGrp="1"/>
          </p:cNvSpPr>
          <p:nvPr>
            <p:ph type="body" sz="half" idx="2"/>
          </p:nvPr>
        </p:nvSpPr>
        <p:spPr>
          <a:xfrm>
            <a:off x="12091840" y="6960714"/>
            <a:ext cx="200320" cy="231937"/>
          </a:xfrm>
        </p:spPr>
        <p:txBody>
          <a:bodyPr>
            <a:normAutofit fontScale="70000" lnSpcReduction="20000"/>
          </a:bodyPr>
          <a:lstStyle/>
          <a:p>
            <a:endParaRPr lang="zh-CN" altLang="en-US" dirty="0"/>
          </a:p>
        </p:txBody>
      </p:sp>
      <p:sp>
        <p:nvSpPr>
          <p:cNvPr id="5" name="内容占位符 4"/>
          <p:cNvSpPr>
            <a:spLocks noGrp="1"/>
          </p:cNvSpPr>
          <p:nvPr>
            <p:ph idx="1"/>
          </p:nvPr>
        </p:nvSpPr>
        <p:spPr>
          <a:xfrm>
            <a:off x="5674996" y="7361556"/>
            <a:ext cx="6169026" cy="5181600"/>
          </a:xfrm>
        </p:spPr>
        <p:txBody>
          <a:bodyPr/>
          <a:lstStyle/>
          <a:p>
            <a:endParaRPr lang="zh-CN" altLang="en-US"/>
          </a:p>
        </p:txBody>
      </p:sp>
      <p:pic>
        <p:nvPicPr>
          <p:cNvPr id="7" name="2fae93892a104c65690b644f4d7b6424">
            <a:hlinkClick r:id="" action="ppaction://media"/>
          </p:cNvPr>
          <p:cNvPicPr/>
          <p:nvPr>
            <a:videoFile r:link="rId2"/>
            <p:extLst>
              <p:ext uri="{DAA4B4D4-6D71-4841-9C94-3DE7FCFB9230}">
                <p14:media xmlns:p14="http://schemas.microsoft.com/office/powerpoint/2010/main" r:embed="rId1"/>
              </p:ext>
            </p:extLst>
          </p:nvPr>
        </p:nvPicPr>
        <p:blipFill>
          <a:blip r:embed="rId6"/>
          <a:stretch>
            <a:fillRect/>
          </a:stretch>
        </p:blipFill>
        <p:spPr>
          <a:xfrm>
            <a:off x="381000" y="3079750"/>
            <a:ext cx="4512310" cy="2030730"/>
          </a:xfrm>
          <a:prstGeom prst="rect">
            <a:avLst/>
          </a:prstGeom>
        </p:spPr>
      </p:pic>
      <p:pic>
        <p:nvPicPr>
          <p:cNvPr id="9" name="c9585fa7c6b8383e81bcef667bcd4050">
            <a:hlinkClick r:id="" action="ppaction://media"/>
          </p:cNvPr>
          <p:cNvPicPr/>
          <p:nvPr>
            <a:videoFile r:link="rId4"/>
            <p:extLst>
              <p:ext uri="{DAA4B4D4-6D71-4841-9C94-3DE7FCFB9230}">
                <p14:media xmlns:p14="http://schemas.microsoft.com/office/powerpoint/2010/main" r:embed="rId3"/>
              </p:ext>
            </p:extLst>
          </p:nvPr>
        </p:nvPicPr>
        <p:blipFill>
          <a:blip r:embed="rId7"/>
          <a:stretch>
            <a:fillRect/>
          </a:stretch>
        </p:blipFill>
        <p:spPr>
          <a:xfrm>
            <a:off x="6096000" y="3029585"/>
            <a:ext cx="4230370" cy="1903730"/>
          </a:xfrm>
          <a:prstGeom prst="rect">
            <a:avLst/>
          </a:prstGeom>
        </p:spPr>
      </p:pic>
      <p:sp>
        <p:nvSpPr>
          <p:cNvPr id="10" name="文本框 9"/>
          <p:cNvSpPr txBox="1"/>
          <p:nvPr/>
        </p:nvSpPr>
        <p:spPr>
          <a:xfrm>
            <a:off x="381000" y="2461260"/>
            <a:ext cx="4064000" cy="368300"/>
          </a:xfrm>
          <a:prstGeom prst="rect">
            <a:avLst/>
          </a:prstGeom>
          <a:noFill/>
        </p:spPr>
        <p:txBody>
          <a:bodyPr wrap="square" rtlCol="0">
            <a:spAutoFit/>
          </a:bodyPr>
          <a:lstStyle/>
          <a:p>
            <a:r>
              <a:rPr lang="zh-CN" altLang="en-US"/>
              <a:t>横向抓取测试</a:t>
            </a:r>
          </a:p>
        </p:txBody>
      </p:sp>
      <p:sp>
        <p:nvSpPr>
          <p:cNvPr id="11" name="文本框 10"/>
          <p:cNvSpPr txBox="1"/>
          <p:nvPr/>
        </p:nvSpPr>
        <p:spPr>
          <a:xfrm>
            <a:off x="5928995" y="2407285"/>
            <a:ext cx="4064000" cy="368300"/>
          </a:xfrm>
          <a:prstGeom prst="rect">
            <a:avLst/>
          </a:prstGeom>
          <a:noFill/>
        </p:spPr>
        <p:txBody>
          <a:bodyPr wrap="square" rtlCol="0">
            <a:spAutoFit/>
          </a:bodyPr>
          <a:lstStyle/>
          <a:p>
            <a:r>
              <a:rPr lang="zh-CN" altLang="en-US"/>
              <a:t>纵向抓取测试</a:t>
            </a:r>
          </a:p>
        </p:txBody>
      </p:sp>
      <p:sp>
        <p:nvSpPr>
          <p:cNvPr id="12" name="文本框 11"/>
          <p:cNvSpPr txBox="1"/>
          <p:nvPr/>
        </p:nvSpPr>
        <p:spPr>
          <a:xfrm>
            <a:off x="307975" y="5813425"/>
            <a:ext cx="4064000" cy="368300"/>
          </a:xfrm>
          <a:prstGeom prst="rect">
            <a:avLst/>
          </a:prstGeom>
          <a:noFill/>
        </p:spPr>
        <p:txBody>
          <a:bodyPr wrap="square" rtlCol="0">
            <a:spAutoFit/>
          </a:bodyPr>
          <a:lstStyle/>
          <a:p>
            <a:r>
              <a:rPr lang="zh-CN" altLang="en-US"/>
              <a:t>最终测试出一个稳定坚固的参数</a:t>
            </a:r>
          </a:p>
        </p:txBody>
      </p:sp>
    </p:spTree>
  </p:cSld>
  <p:clrMapOvr>
    <a:masterClrMapping/>
  </p:clrMapOvr>
  <p:timing>
    <p:tnLst>
      <p:par>
        <p:cTn id="1" dur="indefinite" restart="never" nodeType="tmRoot">
          <p:childTnLst>
            <p:video>
              <p:cMediaNode>
                <p:cTn id="2" fill="hold" display="1">
                  <p:stCondLst>
                    <p:cond delay="indefinite"/>
                  </p:stCondLst>
                </p:cTn>
                <p:tgtEl>
                  <p:spTgt spid="7"/>
                </p:tgtEl>
              </p:cMediaNode>
            </p:video>
            <p:seq concurrent="1" nextAc="seek">
              <p:cTn id="3" restart="whenNotActive" fill="hold" evtFilter="cancelBubble" nodeType="interactiveSeq">
                <p:stCondLst>
                  <p:cond evt="onClick" delay="0">
                    <p:tgtEl>
                      <p:spTgt spid="7"/>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7"/>
                                        </p:tgtEl>
                                      </p:cBhvr>
                                    </p:cmd>
                                  </p:childTnLst>
                                </p:cTn>
                              </p:par>
                            </p:childTnLst>
                          </p:cTn>
                        </p:par>
                      </p:childTnLst>
                    </p:cTn>
                  </p:par>
                </p:childTnLst>
              </p:cTn>
              <p:nextCondLst>
                <p:cond evt="onClick" delay="0">
                  <p:tgtEl>
                    <p:spTgt spid="7"/>
                  </p:tgtEl>
                </p:cond>
              </p:nextCondLst>
            </p:seq>
            <p:video>
              <p:cMediaNode>
                <p:cTn id="8" fill="hold" display="1">
                  <p:stCondLst>
                    <p:cond delay="indefinite"/>
                  </p:stCondLst>
                </p:cTn>
                <p:tgtEl>
                  <p:spTgt spid="9"/>
                </p:tgtEl>
              </p:cMediaNode>
            </p:video>
            <p:seq concurrent="1" nextAc="seek">
              <p:cTn id="9" restart="whenNotActive" fill="hold" evtFilter="cancelBubble" nodeType="interactiveSeq">
                <p:stCondLst>
                  <p:cond evt="onClick" delay="0">
                    <p:tgtEl>
                      <p:spTgt spid="9"/>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additive="base">
                                        <p:cTn id="13"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754" y="211667"/>
            <a:ext cx="4762892" cy="608465"/>
          </a:xfrm>
        </p:spPr>
        <p:txBody>
          <a:bodyPr>
            <a:normAutofit fontScale="90000"/>
          </a:bodyPr>
          <a:lstStyle/>
          <a:p>
            <a:r>
              <a:rPr lang="en-US" altLang="zh-CN" sz="3600">
                <a:sym typeface="+mn-ea"/>
              </a:rPr>
              <a:t>2.</a:t>
            </a:r>
            <a:r>
              <a:rPr lang="zh-CN" altLang="en-US" sz="3600">
                <a:sym typeface="+mn-ea"/>
              </a:rPr>
              <a:t>车型方案历程</a:t>
            </a:r>
            <a:endParaRPr lang="zh-CN" altLang="en-US" sz="3600" dirty="0"/>
          </a:p>
        </p:txBody>
      </p:sp>
      <p:sp>
        <p:nvSpPr>
          <p:cNvPr id="4" name="文本占位符 3"/>
          <p:cNvSpPr>
            <a:spLocks noGrp="1"/>
          </p:cNvSpPr>
          <p:nvPr>
            <p:ph type="body" sz="half" idx="2"/>
          </p:nvPr>
        </p:nvSpPr>
        <p:spPr>
          <a:xfrm>
            <a:off x="810705" y="6000161"/>
            <a:ext cx="11312165" cy="768284"/>
          </a:xfrm>
        </p:spPr>
        <p:txBody>
          <a:bodyPr>
            <a:normAutofit/>
          </a:bodyPr>
          <a:lstStyle/>
          <a:p>
            <a:endParaRPr lang="zh-CN" altLang="en-US" sz="2800" dirty="0"/>
          </a:p>
        </p:txBody>
      </p:sp>
      <p:sp>
        <p:nvSpPr>
          <p:cNvPr id="6" name="文本框 5"/>
          <p:cNvSpPr txBox="1"/>
          <p:nvPr/>
        </p:nvSpPr>
        <p:spPr>
          <a:xfrm>
            <a:off x="176530" y="777875"/>
            <a:ext cx="7143750" cy="368300"/>
          </a:xfrm>
          <a:prstGeom prst="rect">
            <a:avLst/>
          </a:prstGeom>
          <a:noFill/>
        </p:spPr>
        <p:txBody>
          <a:bodyPr wrap="square" rtlCol="0">
            <a:spAutoFit/>
          </a:bodyPr>
          <a:lstStyle/>
          <a:p>
            <a:r>
              <a:rPr lang="zh-CN" altLang="en-US"/>
              <a:t>在敲定抓取结构的基础上，我们开始开发车型方案</a:t>
            </a:r>
          </a:p>
        </p:txBody>
      </p:sp>
      <p:sp>
        <p:nvSpPr>
          <p:cNvPr id="3" name="文本框 2"/>
          <p:cNvSpPr txBox="1"/>
          <p:nvPr/>
        </p:nvSpPr>
        <p:spPr>
          <a:xfrm>
            <a:off x="525780" y="1644650"/>
            <a:ext cx="4064000" cy="922020"/>
          </a:xfrm>
          <a:prstGeom prst="rect">
            <a:avLst/>
          </a:prstGeom>
          <a:noFill/>
        </p:spPr>
        <p:txBody>
          <a:bodyPr wrap="square" rtlCol="0">
            <a:spAutoFit/>
          </a:bodyPr>
          <a:lstStyle/>
          <a:p>
            <a:r>
              <a:rPr lang="zh-CN" altLang="en-US"/>
              <a:t>我们设计是把一号机器车用作纵向抓取，抓取高处的物体，比如焦点，高台处的方块</a:t>
            </a:r>
          </a:p>
        </p:txBody>
      </p:sp>
      <p:sp>
        <p:nvSpPr>
          <p:cNvPr id="7" name="文本框 6"/>
          <p:cNvSpPr txBox="1"/>
          <p:nvPr/>
        </p:nvSpPr>
        <p:spPr>
          <a:xfrm>
            <a:off x="396875" y="3860165"/>
            <a:ext cx="4064000" cy="645160"/>
          </a:xfrm>
          <a:prstGeom prst="rect">
            <a:avLst/>
          </a:prstGeom>
          <a:noFill/>
        </p:spPr>
        <p:txBody>
          <a:bodyPr wrap="square" rtlCol="0">
            <a:spAutoFit/>
          </a:bodyPr>
          <a:lstStyle/>
          <a:p>
            <a:r>
              <a:rPr lang="zh-CN" altLang="en-US"/>
              <a:t>二号机器人用作水平抓取，利用墙壁抓取散落在地面上和洞内的方块</a:t>
            </a:r>
          </a:p>
        </p:txBody>
      </p:sp>
      <p:pic>
        <p:nvPicPr>
          <p:cNvPr id="10" name="图片 9" descr="BE6D07F17CCC53D7223CFB036BA0E6B8"/>
          <p:cNvPicPr>
            <a:picLocks noChangeAspect="1"/>
          </p:cNvPicPr>
          <p:nvPr/>
        </p:nvPicPr>
        <p:blipFill>
          <a:blip r:embed="rId2"/>
          <a:stretch>
            <a:fillRect/>
          </a:stretch>
        </p:blipFill>
        <p:spPr>
          <a:xfrm>
            <a:off x="9156065" y="3723005"/>
            <a:ext cx="2178050" cy="1275080"/>
          </a:xfrm>
          <a:prstGeom prst="rect">
            <a:avLst/>
          </a:prstGeom>
        </p:spPr>
      </p:pic>
      <p:pic>
        <p:nvPicPr>
          <p:cNvPr id="12" name="图片 11" descr="D8BEC1667FF32A74AF7E2A57493C024F"/>
          <p:cNvPicPr>
            <a:picLocks noChangeAspect="1"/>
          </p:cNvPicPr>
          <p:nvPr/>
        </p:nvPicPr>
        <p:blipFill>
          <a:blip r:embed="rId3"/>
          <a:stretch>
            <a:fillRect/>
          </a:stretch>
        </p:blipFill>
        <p:spPr>
          <a:xfrm>
            <a:off x="7232015" y="316230"/>
            <a:ext cx="1522095" cy="1829435"/>
          </a:xfrm>
          <a:prstGeom prst="rect">
            <a:avLst/>
          </a:prstGeom>
        </p:spPr>
      </p:pic>
      <p:pic>
        <p:nvPicPr>
          <p:cNvPr id="13" name="图片 12" descr="F2FC816E8D9C01551FDE122B45EA0321"/>
          <p:cNvPicPr>
            <a:picLocks noChangeAspect="1"/>
          </p:cNvPicPr>
          <p:nvPr/>
        </p:nvPicPr>
        <p:blipFill>
          <a:blip r:embed="rId4"/>
          <a:stretch>
            <a:fillRect/>
          </a:stretch>
        </p:blipFill>
        <p:spPr>
          <a:xfrm>
            <a:off x="9551035" y="527685"/>
            <a:ext cx="2091690" cy="1513840"/>
          </a:xfrm>
          <a:prstGeom prst="rect">
            <a:avLst/>
          </a:prstGeom>
        </p:spPr>
      </p:pic>
      <p:pic>
        <p:nvPicPr>
          <p:cNvPr id="15" name="图片 14" descr="FE3C7AAB84E50E0B2B9DF3FABEAD430D"/>
          <p:cNvPicPr>
            <a:picLocks noChangeAspect="1"/>
          </p:cNvPicPr>
          <p:nvPr/>
        </p:nvPicPr>
        <p:blipFill>
          <a:blip r:embed="rId5"/>
          <a:stretch>
            <a:fillRect/>
          </a:stretch>
        </p:blipFill>
        <p:spPr>
          <a:xfrm>
            <a:off x="5461000" y="433070"/>
            <a:ext cx="1593850" cy="1513205"/>
          </a:xfrm>
          <a:prstGeom prst="rect">
            <a:avLst/>
          </a:prstGeom>
        </p:spPr>
      </p:pic>
      <p:pic>
        <p:nvPicPr>
          <p:cNvPr id="18" name="图片 17" descr="7CA2CE042CC84A772D81A62351FC1F3E"/>
          <p:cNvPicPr>
            <a:picLocks noChangeAspect="1"/>
          </p:cNvPicPr>
          <p:nvPr/>
        </p:nvPicPr>
        <p:blipFill>
          <a:blip r:embed="rId6"/>
          <a:stretch>
            <a:fillRect/>
          </a:stretch>
        </p:blipFill>
        <p:spPr>
          <a:xfrm>
            <a:off x="5324475" y="3429000"/>
            <a:ext cx="2179955" cy="1697990"/>
          </a:xfrm>
          <a:prstGeom prst="rect">
            <a:avLst/>
          </a:prstGeom>
        </p:spPr>
      </p:pic>
      <p:sp>
        <p:nvSpPr>
          <p:cNvPr id="19" name="文本框 18"/>
          <p:cNvSpPr txBox="1"/>
          <p:nvPr/>
        </p:nvSpPr>
        <p:spPr>
          <a:xfrm>
            <a:off x="5140325" y="2263140"/>
            <a:ext cx="1473835" cy="275590"/>
          </a:xfrm>
          <a:prstGeom prst="rect">
            <a:avLst/>
          </a:prstGeom>
          <a:noFill/>
        </p:spPr>
        <p:txBody>
          <a:bodyPr wrap="square" rtlCol="0">
            <a:spAutoFit/>
          </a:bodyPr>
          <a:lstStyle/>
          <a:p>
            <a:r>
              <a:rPr lang="zh-CN" altLang="en-US" sz="1200"/>
              <a:t>一号</a:t>
            </a:r>
            <a:r>
              <a:rPr lang="en-US" altLang="zh-CN" sz="1200"/>
              <a:t>1.0</a:t>
            </a:r>
            <a:r>
              <a:rPr lang="zh-CN" altLang="en-US" sz="1200"/>
              <a:t>，最初构思</a:t>
            </a:r>
          </a:p>
        </p:txBody>
      </p:sp>
      <p:sp>
        <p:nvSpPr>
          <p:cNvPr id="20" name="文本框 19"/>
          <p:cNvSpPr txBox="1"/>
          <p:nvPr/>
        </p:nvSpPr>
        <p:spPr>
          <a:xfrm>
            <a:off x="7094855" y="2317750"/>
            <a:ext cx="2179955" cy="460375"/>
          </a:xfrm>
          <a:prstGeom prst="rect">
            <a:avLst/>
          </a:prstGeom>
          <a:noFill/>
        </p:spPr>
        <p:txBody>
          <a:bodyPr wrap="square" rtlCol="0">
            <a:spAutoFit/>
          </a:bodyPr>
          <a:lstStyle/>
          <a:p>
            <a:r>
              <a:rPr lang="zh-CN" altLang="en-US" sz="1200"/>
              <a:t>一号</a:t>
            </a:r>
            <a:r>
              <a:rPr lang="en-US" altLang="zh-CN" sz="1200"/>
              <a:t>2.0</a:t>
            </a:r>
            <a:r>
              <a:rPr lang="zh-CN" altLang="en-US" sz="1200"/>
              <a:t>，尝试多个方向维持重心，同时夹起多个方块</a:t>
            </a:r>
          </a:p>
        </p:txBody>
      </p:sp>
      <p:sp>
        <p:nvSpPr>
          <p:cNvPr id="21" name="文本框 20"/>
          <p:cNvSpPr txBox="1"/>
          <p:nvPr/>
        </p:nvSpPr>
        <p:spPr>
          <a:xfrm>
            <a:off x="9465945" y="2145665"/>
            <a:ext cx="2262505" cy="645160"/>
          </a:xfrm>
          <a:prstGeom prst="rect">
            <a:avLst/>
          </a:prstGeom>
          <a:noFill/>
        </p:spPr>
        <p:txBody>
          <a:bodyPr wrap="square" rtlCol="0">
            <a:spAutoFit/>
          </a:bodyPr>
          <a:lstStyle/>
          <a:p>
            <a:r>
              <a:rPr lang="zh-CN" altLang="en-US" sz="1200"/>
              <a:t>一号</a:t>
            </a:r>
            <a:r>
              <a:rPr lang="en-US" altLang="zh-CN" sz="1200"/>
              <a:t>3.0</a:t>
            </a:r>
            <a:r>
              <a:rPr lang="zh-CN" altLang="en-US" sz="1200"/>
              <a:t>，尝试更多方向以及调整钩爪的高度差以使用焦点和附属高台处方块的同时夹取</a:t>
            </a:r>
          </a:p>
        </p:txBody>
      </p:sp>
      <p:sp>
        <p:nvSpPr>
          <p:cNvPr id="22" name="文本框 21"/>
          <p:cNvSpPr txBox="1"/>
          <p:nvPr/>
        </p:nvSpPr>
        <p:spPr>
          <a:xfrm>
            <a:off x="5461000" y="5240020"/>
            <a:ext cx="1473200" cy="275590"/>
          </a:xfrm>
          <a:prstGeom prst="rect">
            <a:avLst/>
          </a:prstGeom>
          <a:noFill/>
        </p:spPr>
        <p:txBody>
          <a:bodyPr wrap="square" rtlCol="0">
            <a:spAutoFit/>
          </a:bodyPr>
          <a:lstStyle/>
          <a:p>
            <a:r>
              <a:rPr lang="zh-CN" altLang="en-US" sz="1200"/>
              <a:t>二号</a:t>
            </a:r>
            <a:r>
              <a:rPr lang="en-US" altLang="zh-CN" sz="1200"/>
              <a:t>1.0</a:t>
            </a:r>
            <a:r>
              <a:rPr lang="zh-CN" altLang="en-US" sz="1200"/>
              <a:t>，最初构思</a:t>
            </a:r>
          </a:p>
        </p:txBody>
      </p:sp>
      <p:sp>
        <p:nvSpPr>
          <p:cNvPr id="23" name="文本框 22"/>
          <p:cNvSpPr txBox="1"/>
          <p:nvPr/>
        </p:nvSpPr>
        <p:spPr>
          <a:xfrm>
            <a:off x="9100820" y="5189220"/>
            <a:ext cx="4064000" cy="275590"/>
          </a:xfrm>
          <a:prstGeom prst="rect">
            <a:avLst/>
          </a:prstGeom>
          <a:noFill/>
        </p:spPr>
        <p:txBody>
          <a:bodyPr wrap="square" rtlCol="0">
            <a:spAutoFit/>
          </a:bodyPr>
          <a:lstStyle/>
          <a:p>
            <a:r>
              <a:rPr lang="zh-CN" altLang="en-US" sz="1200"/>
              <a:t>二号</a:t>
            </a:r>
            <a:r>
              <a:rPr lang="en-US" altLang="zh-CN" sz="1200"/>
              <a:t>2.0,</a:t>
            </a:r>
            <a:r>
              <a:rPr lang="zh-CN" altLang="en-US" sz="1200"/>
              <a:t>使重心更集中在中心点</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8068" y="135392"/>
            <a:ext cx="4216138" cy="612743"/>
          </a:xfrm>
        </p:spPr>
        <p:txBody>
          <a:bodyPr>
            <a:normAutofit/>
          </a:bodyPr>
          <a:lstStyle/>
          <a:p>
            <a:r>
              <a:rPr lang="en-US" altLang="zh-CN" sz="3200">
                <a:sym typeface="+mn-ea"/>
              </a:rPr>
              <a:t>2.</a:t>
            </a:r>
            <a:r>
              <a:rPr lang="zh-CN" altLang="en-US" sz="3200">
                <a:sym typeface="+mn-ea"/>
              </a:rPr>
              <a:t>车型方案历程</a:t>
            </a:r>
            <a:endParaRPr lang="zh-CN" altLang="en-US" sz="3200" dirty="0"/>
          </a:p>
        </p:txBody>
      </p:sp>
      <p:sp>
        <p:nvSpPr>
          <p:cNvPr id="5" name="文本框 4"/>
          <p:cNvSpPr txBox="1"/>
          <p:nvPr/>
        </p:nvSpPr>
        <p:spPr>
          <a:xfrm>
            <a:off x="387985" y="895350"/>
            <a:ext cx="9133205" cy="306705"/>
          </a:xfrm>
          <a:prstGeom prst="rect">
            <a:avLst/>
          </a:prstGeom>
          <a:noFill/>
        </p:spPr>
        <p:txBody>
          <a:bodyPr wrap="square" rtlCol="0">
            <a:spAutoFit/>
          </a:bodyPr>
          <a:lstStyle/>
          <a:p>
            <a:r>
              <a:rPr lang="zh-CN" altLang="en-US" sz="1400"/>
              <a:t>最终在结合车的最大尺寸要求后我们敲定了一号机器车和二号机器车的最终版型</a:t>
            </a:r>
          </a:p>
        </p:txBody>
      </p:sp>
      <p:sp>
        <p:nvSpPr>
          <p:cNvPr id="6" name="文本框 5"/>
          <p:cNvSpPr txBox="1"/>
          <p:nvPr/>
        </p:nvSpPr>
        <p:spPr>
          <a:xfrm>
            <a:off x="431800" y="1500505"/>
            <a:ext cx="4064000" cy="368300"/>
          </a:xfrm>
          <a:prstGeom prst="rect">
            <a:avLst/>
          </a:prstGeom>
          <a:noFill/>
        </p:spPr>
        <p:txBody>
          <a:bodyPr wrap="square" rtlCol="0">
            <a:spAutoFit/>
          </a:bodyPr>
          <a:lstStyle/>
          <a:p>
            <a:r>
              <a:rPr lang="zh-CN" altLang="en-US"/>
              <a:t>一号机器车</a:t>
            </a:r>
            <a:r>
              <a:rPr lang="en-US" altLang="zh-CN"/>
              <a:t>finally</a:t>
            </a:r>
          </a:p>
        </p:txBody>
      </p:sp>
      <p:sp>
        <p:nvSpPr>
          <p:cNvPr id="7" name="文本框 6"/>
          <p:cNvSpPr txBox="1"/>
          <p:nvPr/>
        </p:nvSpPr>
        <p:spPr>
          <a:xfrm>
            <a:off x="6962140" y="1548130"/>
            <a:ext cx="4064000" cy="368300"/>
          </a:xfrm>
          <a:prstGeom prst="rect">
            <a:avLst/>
          </a:prstGeom>
          <a:noFill/>
        </p:spPr>
        <p:txBody>
          <a:bodyPr wrap="square" rtlCol="0">
            <a:spAutoFit/>
          </a:bodyPr>
          <a:lstStyle/>
          <a:p>
            <a:r>
              <a:rPr lang="zh-CN" altLang="en-US"/>
              <a:t>二号机器车</a:t>
            </a:r>
            <a:r>
              <a:rPr lang="en-US" altLang="zh-CN"/>
              <a:t>finally</a:t>
            </a:r>
          </a:p>
        </p:txBody>
      </p:sp>
      <p:pic>
        <p:nvPicPr>
          <p:cNvPr id="8" name="图片 7" descr="4d8c202cb800edfab90237f9549135a6"/>
          <p:cNvPicPr>
            <a:picLocks noChangeAspect="1"/>
          </p:cNvPicPr>
          <p:nvPr/>
        </p:nvPicPr>
        <p:blipFill>
          <a:blip r:embed="rId2"/>
          <a:stretch>
            <a:fillRect/>
          </a:stretch>
        </p:blipFill>
        <p:spPr>
          <a:xfrm>
            <a:off x="529590" y="2229485"/>
            <a:ext cx="2451100" cy="1592580"/>
          </a:xfrm>
          <a:prstGeom prst="rect">
            <a:avLst/>
          </a:prstGeom>
        </p:spPr>
      </p:pic>
      <p:pic>
        <p:nvPicPr>
          <p:cNvPr id="9" name="图片 8" descr="778477c6d363ee6602d2371b903f64ee"/>
          <p:cNvPicPr>
            <a:picLocks noChangeAspect="1"/>
          </p:cNvPicPr>
          <p:nvPr/>
        </p:nvPicPr>
        <p:blipFill>
          <a:blip r:embed="rId3"/>
          <a:stretch>
            <a:fillRect/>
          </a:stretch>
        </p:blipFill>
        <p:spPr>
          <a:xfrm>
            <a:off x="7010400" y="2132965"/>
            <a:ext cx="3120390" cy="1913890"/>
          </a:xfrm>
          <a:prstGeom prst="rect">
            <a:avLst/>
          </a:prstGeom>
        </p:spPr>
      </p:pic>
      <p:sp>
        <p:nvSpPr>
          <p:cNvPr id="10" name="文本框 9"/>
          <p:cNvSpPr txBox="1"/>
          <p:nvPr/>
        </p:nvSpPr>
        <p:spPr>
          <a:xfrm>
            <a:off x="508000" y="4227195"/>
            <a:ext cx="4064000" cy="1198880"/>
          </a:xfrm>
          <a:prstGeom prst="rect">
            <a:avLst/>
          </a:prstGeom>
          <a:noFill/>
        </p:spPr>
        <p:txBody>
          <a:bodyPr wrap="square" rtlCol="0">
            <a:spAutoFit/>
          </a:bodyPr>
          <a:lstStyle/>
          <a:p>
            <a:r>
              <a:rPr lang="zh-CN" altLang="en-US"/>
              <a:t>根据场地的方块位置进行设计不同抓取头的高度差，使小车在特定位置能同时夹起多个方块，同时防止小车长宽高超过限制</a:t>
            </a:r>
          </a:p>
        </p:txBody>
      </p:sp>
      <p:sp>
        <p:nvSpPr>
          <p:cNvPr id="11" name="文本框 10"/>
          <p:cNvSpPr txBox="1"/>
          <p:nvPr/>
        </p:nvSpPr>
        <p:spPr>
          <a:xfrm>
            <a:off x="6602095" y="4404360"/>
            <a:ext cx="4064000" cy="645160"/>
          </a:xfrm>
          <a:prstGeom prst="rect">
            <a:avLst/>
          </a:prstGeom>
          <a:noFill/>
        </p:spPr>
        <p:txBody>
          <a:bodyPr wrap="square" rtlCol="0">
            <a:spAutoFit/>
          </a:bodyPr>
          <a:lstStyle/>
          <a:p>
            <a:r>
              <a:rPr lang="zh-CN" altLang="en-US"/>
              <a:t>削减了前方的抓取头使小车的长宽符合规定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49555" y="215265"/>
            <a:ext cx="4064000" cy="1076325"/>
          </a:xfrm>
          <a:prstGeom prst="rect">
            <a:avLst/>
          </a:prstGeom>
          <a:noFill/>
        </p:spPr>
        <p:txBody>
          <a:bodyPr wrap="square" rtlCol="0">
            <a:spAutoFit/>
          </a:bodyPr>
          <a:lstStyle/>
          <a:p>
            <a:r>
              <a:rPr lang="en-US" altLang="zh-CN" sz="3200">
                <a:sym typeface="+mn-ea"/>
              </a:rPr>
              <a:t>2.</a:t>
            </a:r>
            <a:r>
              <a:rPr lang="zh-CN" altLang="en-US" sz="3200">
                <a:sym typeface="+mn-ea"/>
              </a:rPr>
              <a:t>车型方案历程</a:t>
            </a:r>
            <a:endParaRPr lang="zh-CN" altLang="en-US" sz="3200" dirty="0"/>
          </a:p>
          <a:p>
            <a:endParaRPr lang="zh-CN" altLang="en-US" sz="3200" dirty="0"/>
          </a:p>
        </p:txBody>
      </p:sp>
      <p:sp>
        <p:nvSpPr>
          <p:cNvPr id="7" name="文本框 6"/>
          <p:cNvSpPr txBox="1"/>
          <p:nvPr/>
        </p:nvSpPr>
        <p:spPr>
          <a:xfrm>
            <a:off x="543560" y="1291590"/>
            <a:ext cx="4064000" cy="1198880"/>
          </a:xfrm>
          <a:prstGeom prst="rect">
            <a:avLst/>
          </a:prstGeom>
          <a:noFill/>
        </p:spPr>
        <p:txBody>
          <a:bodyPr wrap="square" rtlCol="0">
            <a:spAutoFit/>
          </a:bodyPr>
          <a:lstStyle/>
          <a:p>
            <a:r>
              <a:rPr lang="zh-CN" altLang="en-US"/>
              <a:t>对于一号机器车的抓取运动系统我们也进行了多次讨论和思考，最终敲定单个舵机</a:t>
            </a:r>
            <a:r>
              <a:rPr lang="en-US" altLang="zh-CN"/>
              <a:t>+</a:t>
            </a:r>
            <a:r>
              <a:rPr lang="zh-CN" altLang="en-US"/>
              <a:t>弹簧与绳子的方式控制抓取总部分上下移动</a:t>
            </a:r>
          </a:p>
        </p:txBody>
      </p:sp>
      <p:sp>
        <p:nvSpPr>
          <p:cNvPr id="8" name="文本框 7"/>
          <p:cNvSpPr txBox="1"/>
          <p:nvPr/>
        </p:nvSpPr>
        <p:spPr>
          <a:xfrm>
            <a:off x="543560" y="2783840"/>
            <a:ext cx="4064000" cy="645160"/>
          </a:xfrm>
          <a:prstGeom prst="rect">
            <a:avLst/>
          </a:prstGeom>
          <a:noFill/>
        </p:spPr>
        <p:txBody>
          <a:bodyPr wrap="square" rtlCol="0">
            <a:spAutoFit/>
          </a:bodyPr>
          <a:lstStyle/>
          <a:p>
            <a:r>
              <a:rPr lang="zh-CN" altLang="en-US"/>
              <a:t>其优点为结构简单，原理清晰，易修理，成本低廉</a:t>
            </a:r>
          </a:p>
        </p:txBody>
      </p:sp>
      <p:pic>
        <p:nvPicPr>
          <p:cNvPr id="9" name="图片 8" descr="4d8c202cb800edfab90237f9549135a6"/>
          <p:cNvPicPr>
            <a:picLocks noChangeAspect="1"/>
          </p:cNvPicPr>
          <p:nvPr/>
        </p:nvPicPr>
        <p:blipFill>
          <a:blip r:embed="rId2"/>
          <a:stretch>
            <a:fillRect/>
          </a:stretch>
        </p:blipFill>
        <p:spPr>
          <a:xfrm>
            <a:off x="6751320" y="1213485"/>
            <a:ext cx="2697480" cy="1752600"/>
          </a:xfrm>
          <a:prstGeom prst="rect">
            <a:avLst/>
          </a:prstGeom>
        </p:spPr>
      </p:pic>
      <p:pic>
        <p:nvPicPr>
          <p:cNvPr id="10" name="图片 9" descr="be7ff42452041c915bbc6082add22358"/>
          <p:cNvPicPr>
            <a:picLocks noChangeAspect="1"/>
          </p:cNvPicPr>
          <p:nvPr/>
        </p:nvPicPr>
        <p:blipFill>
          <a:blip r:embed="rId3"/>
          <a:stretch>
            <a:fillRect/>
          </a:stretch>
        </p:blipFill>
        <p:spPr>
          <a:xfrm>
            <a:off x="5560060" y="3369310"/>
            <a:ext cx="1618615" cy="2316480"/>
          </a:xfrm>
          <a:prstGeom prst="rect">
            <a:avLst/>
          </a:prstGeom>
        </p:spPr>
      </p:pic>
      <p:pic>
        <p:nvPicPr>
          <p:cNvPr id="11" name="图片 10" descr="8d4eddc3231afa0b0527ad1618f54b3b"/>
          <p:cNvPicPr>
            <a:picLocks noChangeAspect="1"/>
          </p:cNvPicPr>
          <p:nvPr/>
        </p:nvPicPr>
        <p:blipFill>
          <a:blip r:embed="rId4"/>
          <a:stretch>
            <a:fillRect/>
          </a:stretch>
        </p:blipFill>
        <p:spPr>
          <a:xfrm>
            <a:off x="7553960" y="3630295"/>
            <a:ext cx="2806065" cy="1994535"/>
          </a:xfrm>
          <a:prstGeom prst="rect">
            <a:avLst/>
          </a:prstGeom>
        </p:spPr>
      </p:pic>
      <p:sp>
        <p:nvSpPr>
          <p:cNvPr id="12" name="文本框 11"/>
          <p:cNvSpPr txBox="1"/>
          <p:nvPr/>
        </p:nvSpPr>
        <p:spPr>
          <a:xfrm>
            <a:off x="1120775" y="4126230"/>
            <a:ext cx="4064000" cy="1198880"/>
          </a:xfrm>
          <a:prstGeom prst="rect">
            <a:avLst/>
          </a:prstGeom>
          <a:noFill/>
        </p:spPr>
        <p:txBody>
          <a:bodyPr wrap="square" rtlCol="0">
            <a:spAutoFit/>
          </a:bodyPr>
          <a:lstStyle/>
          <a:p>
            <a:r>
              <a:rPr lang="zh-CN" altLang="en-US"/>
              <a:t>在此区域放置弹簧和绳子，舵机正转，绳子变短，弹簧压缩，带动抓取头下降抓取方块，舵机反转，绳子变长，弹簧恢复原长使抓取头上升</a:t>
            </a:r>
          </a:p>
        </p:txBody>
      </p:sp>
      <p:sp>
        <p:nvSpPr>
          <p:cNvPr id="13" name="文本框 12"/>
          <p:cNvSpPr txBox="1"/>
          <p:nvPr/>
        </p:nvSpPr>
        <p:spPr>
          <a:xfrm>
            <a:off x="2557145" y="3630295"/>
            <a:ext cx="4064000" cy="368300"/>
          </a:xfrm>
          <a:prstGeom prst="rect">
            <a:avLst/>
          </a:prstGeom>
          <a:noFill/>
        </p:spPr>
        <p:txBody>
          <a:bodyPr wrap="square" rtlCol="0">
            <a:spAutoFit/>
          </a:bodyPr>
          <a:lstStyle/>
          <a:p>
            <a:r>
              <a:rPr lang="zh-CN" altLang="en-US"/>
              <a:t>原理</a:t>
            </a:r>
          </a:p>
        </p:txBody>
      </p:sp>
      <p:sp>
        <p:nvSpPr>
          <p:cNvPr id="14" name="文本框 13"/>
          <p:cNvSpPr txBox="1"/>
          <p:nvPr/>
        </p:nvSpPr>
        <p:spPr>
          <a:xfrm>
            <a:off x="1352550" y="5736590"/>
            <a:ext cx="4064000" cy="368300"/>
          </a:xfrm>
          <a:prstGeom prst="rect">
            <a:avLst/>
          </a:prstGeom>
          <a:noFill/>
        </p:spPr>
        <p:txBody>
          <a:bodyPr wrap="square" rtlCol="0">
            <a:spAutoFit/>
          </a:bodyPr>
          <a:lstStyle/>
          <a:p>
            <a:r>
              <a:rPr lang="zh-CN" altLang="en-US"/>
              <a:t>（截止现在该部件均正在</a:t>
            </a:r>
            <a:r>
              <a:rPr lang="en-US" altLang="zh-CN"/>
              <a:t>3D</a:t>
            </a:r>
            <a:r>
              <a:rPr lang="zh-CN" altLang="en-US"/>
              <a:t>打印中）</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37490" y="175260"/>
            <a:ext cx="4064000" cy="829945"/>
          </a:xfrm>
          <a:prstGeom prst="rect">
            <a:avLst/>
          </a:prstGeom>
          <a:noFill/>
        </p:spPr>
        <p:txBody>
          <a:bodyPr wrap="square" rtlCol="0">
            <a:spAutoFit/>
          </a:bodyPr>
          <a:lstStyle/>
          <a:p>
            <a:r>
              <a:rPr lang="en-US" altLang="zh-CN" sz="2400">
                <a:sym typeface="+mn-ea"/>
              </a:rPr>
              <a:t>3.</a:t>
            </a:r>
            <a:r>
              <a:rPr lang="zh-CN" altLang="en-US" sz="2400">
                <a:sym typeface="+mn-ea"/>
              </a:rPr>
              <a:t>其他重要部件</a:t>
            </a:r>
            <a:endParaRPr lang="zh-CN" altLang="en-US" sz="2400"/>
          </a:p>
          <a:p>
            <a:endParaRPr lang="zh-CN" altLang="en-US" sz="2400"/>
          </a:p>
        </p:txBody>
      </p:sp>
      <p:pic>
        <p:nvPicPr>
          <p:cNvPr id="6" name="图片 5" descr="c347fb12fa0a4cbd6da77d89107cd339"/>
          <p:cNvPicPr>
            <a:picLocks noChangeAspect="1"/>
          </p:cNvPicPr>
          <p:nvPr/>
        </p:nvPicPr>
        <p:blipFill>
          <a:blip r:embed="rId2"/>
          <a:stretch>
            <a:fillRect/>
          </a:stretch>
        </p:blipFill>
        <p:spPr>
          <a:xfrm>
            <a:off x="9802495" y="931545"/>
            <a:ext cx="1714500" cy="1439545"/>
          </a:xfrm>
          <a:prstGeom prst="rect">
            <a:avLst/>
          </a:prstGeom>
        </p:spPr>
      </p:pic>
      <p:pic>
        <p:nvPicPr>
          <p:cNvPr id="7" name="图片 6" descr="2a5207d5e20c3d54e36ed4c20429b62e"/>
          <p:cNvPicPr>
            <a:picLocks noChangeAspect="1"/>
          </p:cNvPicPr>
          <p:nvPr/>
        </p:nvPicPr>
        <p:blipFill>
          <a:blip r:embed="rId3"/>
          <a:stretch>
            <a:fillRect/>
          </a:stretch>
        </p:blipFill>
        <p:spPr>
          <a:xfrm>
            <a:off x="4933315" y="640715"/>
            <a:ext cx="3586480" cy="2020570"/>
          </a:xfrm>
          <a:prstGeom prst="rect">
            <a:avLst/>
          </a:prstGeom>
        </p:spPr>
      </p:pic>
      <p:pic>
        <p:nvPicPr>
          <p:cNvPr id="8" name="图片 7" descr="07af04dae92f12120388a58393532587"/>
          <p:cNvPicPr>
            <a:picLocks noChangeAspect="1"/>
          </p:cNvPicPr>
          <p:nvPr/>
        </p:nvPicPr>
        <p:blipFill>
          <a:blip r:embed="rId4"/>
          <a:stretch>
            <a:fillRect/>
          </a:stretch>
        </p:blipFill>
        <p:spPr>
          <a:xfrm>
            <a:off x="1089025" y="881380"/>
            <a:ext cx="2360930" cy="1779905"/>
          </a:xfrm>
          <a:prstGeom prst="rect">
            <a:avLst/>
          </a:prstGeom>
        </p:spPr>
      </p:pic>
      <p:pic>
        <p:nvPicPr>
          <p:cNvPr id="9" name="图片 8" descr="9a3cc68096f98884ffddb68837e47400"/>
          <p:cNvPicPr>
            <a:picLocks noChangeAspect="1"/>
          </p:cNvPicPr>
          <p:nvPr/>
        </p:nvPicPr>
        <p:blipFill>
          <a:blip r:embed="rId5"/>
          <a:stretch>
            <a:fillRect/>
          </a:stretch>
        </p:blipFill>
        <p:spPr>
          <a:xfrm>
            <a:off x="7120255" y="3934460"/>
            <a:ext cx="1873250" cy="1478280"/>
          </a:xfrm>
          <a:prstGeom prst="rect">
            <a:avLst/>
          </a:prstGeom>
        </p:spPr>
      </p:pic>
      <p:pic>
        <p:nvPicPr>
          <p:cNvPr id="10" name="图片 9" descr="159fd06b44ed69c25a465c79f3384353"/>
          <p:cNvPicPr>
            <a:picLocks noChangeAspect="1"/>
          </p:cNvPicPr>
          <p:nvPr/>
        </p:nvPicPr>
        <p:blipFill>
          <a:blip r:embed="rId6"/>
          <a:stretch>
            <a:fillRect/>
          </a:stretch>
        </p:blipFill>
        <p:spPr>
          <a:xfrm>
            <a:off x="2487930" y="3873500"/>
            <a:ext cx="2791460" cy="1440180"/>
          </a:xfrm>
          <a:prstGeom prst="rect">
            <a:avLst/>
          </a:prstGeom>
        </p:spPr>
      </p:pic>
      <p:sp>
        <p:nvSpPr>
          <p:cNvPr id="11" name="文本框 10"/>
          <p:cNvSpPr txBox="1"/>
          <p:nvPr/>
        </p:nvSpPr>
        <p:spPr>
          <a:xfrm>
            <a:off x="1393825" y="3060700"/>
            <a:ext cx="4064000" cy="368300"/>
          </a:xfrm>
          <a:prstGeom prst="rect">
            <a:avLst/>
          </a:prstGeom>
          <a:noFill/>
        </p:spPr>
        <p:txBody>
          <a:bodyPr wrap="square" rtlCol="0">
            <a:spAutoFit/>
          </a:bodyPr>
          <a:lstStyle/>
          <a:p>
            <a:r>
              <a:rPr lang="zh-CN" altLang="en-US"/>
              <a:t>舵机固定件</a:t>
            </a:r>
          </a:p>
        </p:txBody>
      </p:sp>
      <p:sp>
        <p:nvSpPr>
          <p:cNvPr id="12" name="文本框 11"/>
          <p:cNvSpPr txBox="1"/>
          <p:nvPr/>
        </p:nvSpPr>
        <p:spPr>
          <a:xfrm>
            <a:off x="5833745" y="2887345"/>
            <a:ext cx="4064000" cy="368300"/>
          </a:xfrm>
          <a:prstGeom prst="rect">
            <a:avLst/>
          </a:prstGeom>
          <a:noFill/>
        </p:spPr>
        <p:txBody>
          <a:bodyPr wrap="square" rtlCol="0">
            <a:spAutoFit/>
          </a:bodyPr>
          <a:lstStyle/>
          <a:p>
            <a:r>
              <a:rPr lang="zh-CN" altLang="en-US"/>
              <a:t>电池固定件</a:t>
            </a:r>
          </a:p>
        </p:txBody>
      </p:sp>
      <p:sp>
        <p:nvSpPr>
          <p:cNvPr id="13" name="文本框 12"/>
          <p:cNvSpPr txBox="1"/>
          <p:nvPr/>
        </p:nvSpPr>
        <p:spPr>
          <a:xfrm>
            <a:off x="9600565" y="2743835"/>
            <a:ext cx="4064000" cy="368300"/>
          </a:xfrm>
          <a:prstGeom prst="rect">
            <a:avLst/>
          </a:prstGeom>
          <a:noFill/>
        </p:spPr>
        <p:txBody>
          <a:bodyPr wrap="square" rtlCol="0">
            <a:spAutoFit/>
          </a:bodyPr>
          <a:lstStyle/>
          <a:p>
            <a:r>
              <a:rPr lang="zh-CN" altLang="en-US"/>
              <a:t>转动零件</a:t>
            </a:r>
          </a:p>
        </p:txBody>
      </p:sp>
      <p:sp>
        <p:nvSpPr>
          <p:cNvPr id="14" name="文本框 13"/>
          <p:cNvSpPr txBox="1"/>
          <p:nvPr/>
        </p:nvSpPr>
        <p:spPr>
          <a:xfrm>
            <a:off x="2896235" y="5654675"/>
            <a:ext cx="4064000" cy="368300"/>
          </a:xfrm>
          <a:prstGeom prst="rect">
            <a:avLst/>
          </a:prstGeom>
          <a:noFill/>
        </p:spPr>
        <p:txBody>
          <a:bodyPr wrap="square" rtlCol="0">
            <a:spAutoFit/>
          </a:bodyPr>
          <a:lstStyle/>
          <a:p>
            <a:r>
              <a:rPr lang="zh-CN" altLang="en-US"/>
              <a:t>焦点模型</a:t>
            </a:r>
          </a:p>
        </p:txBody>
      </p:sp>
      <p:sp>
        <p:nvSpPr>
          <p:cNvPr id="15" name="文本框 14"/>
          <p:cNvSpPr txBox="1"/>
          <p:nvPr/>
        </p:nvSpPr>
        <p:spPr>
          <a:xfrm>
            <a:off x="7350125" y="5614035"/>
            <a:ext cx="4064000" cy="368300"/>
          </a:xfrm>
          <a:prstGeom prst="rect">
            <a:avLst/>
          </a:prstGeom>
          <a:noFill/>
        </p:spPr>
        <p:txBody>
          <a:bodyPr wrap="square" rtlCol="0">
            <a:spAutoFit/>
          </a:bodyPr>
          <a:lstStyle/>
          <a:p>
            <a:r>
              <a:rPr lang="zh-CN" altLang="en-US"/>
              <a:t>附属高台模型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2006" y="147687"/>
            <a:ext cx="4171895" cy="246883"/>
          </a:xfrm>
        </p:spPr>
        <p:txBody>
          <a:bodyPr anchor="ctr">
            <a:normAutofit fontScale="90000"/>
          </a:bodyPr>
          <a:lstStyle/>
          <a:p>
            <a:r>
              <a:rPr lang="en-US" altLang="zh-CN" sz="3100">
                <a:sym typeface="+mn-ea"/>
              </a:rPr>
              <a:t>4.</a:t>
            </a:r>
            <a:r>
              <a:rPr lang="zh-CN" altLang="en-US" sz="3100">
                <a:sym typeface="+mn-ea"/>
              </a:rPr>
              <a:t>车型预算</a:t>
            </a:r>
            <a:endParaRPr lang="zh-CN" altLang="en-US" dirty="0"/>
          </a:p>
        </p:txBody>
      </p:sp>
      <p:sp>
        <p:nvSpPr>
          <p:cNvPr id="10" name="Content Placeholder 3"/>
          <p:cNvSpPr>
            <a:spLocks noGrp="1"/>
          </p:cNvSpPr>
          <p:nvPr>
            <p:ph sz="half" idx="2"/>
          </p:nvPr>
        </p:nvSpPr>
        <p:spPr>
          <a:xfrm>
            <a:off x="5208121" y="532357"/>
            <a:ext cx="5921254" cy="2896644"/>
          </a:xfrm>
        </p:spPr>
        <p:txBody>
          <a:bodyPr anchor="t">
            <a:normAutofit fontScale="25000"/>
          </a:bodyPr>
          <a:lstStyle/>
          <a:p>
            <a:r>
              <a:rPr lang="en-US" altLang="zh-CN" sz="4800" dirty="0"/>
              <a:t>2</a:t>
            </a:r>
            <a:r>
              <a:rPr lang="zh-CN" altLang="en-US" sz="4800" dirty="0"/>
              <a:t>号车</a:t>
            </a:r>
            <a:endParaRPr lang="en-US" altLang="zh-CN" sz="4800" dirty="0"/>
          </a:p>
          <a:p>
            <a:r>
              <a:rPr lang="en-US" altLang="zh-CN" sz="4800" dirty="0"/>
              <a:t>DRV8833</a:t>
            </a:r>
            <a:r>
              <a:rPr lang="zh-CN" altLang="en-US" sz="4800" dirty="0"/>
              <a:t>驱动模块</a:t>
            </a:r>
            <a:r>
              <a:rPr lang="en-US" altLang="zh-CN" sz="4800" dirty="0"/>
              <a:t>*2</a:t>
            </a:r>
            <a:r>
              <a:rPr lang="zh-CN" altLang="en-US" sz="4800" dirty="0"/>
              <a:t>（</a:t>
            </a:r>
            <a:r>
              <a:rPr lang="en-US" altLang="zh-CN" sz="4800" dirty="0"/>
              <a:t>4.88</a:t>
            </a:r>
            <a:r>
              <a:rPr lang="zh-CN" altLang="en-US" sz="4800" dirty="0"/>
              <a:t>元）</a:t>
            </a:r>
            <a:endParaRPr lang="en-US" altLang="zh-CN" sz="4800" dirty="0"/>
          </a:p>
          <a:p>
            <a:r>
              <a:rPr lang="zh-CN" altLang="en-US" sz="4800" dirty="0"/>
              <a:t>带盖电池盒</a:t>
            </a:r>
            <a:r>
              <a:rPr lang="en-US" altLang="zh-CN" sz="4800" dirty="0"/>
              <a:t>18650*1</a:t>
            </a:r>
            <a:r>
              <a:rPr lang="zh-CN" altLang="en-US" sz="4800" dirty="0"/>
              <a:t>（</a:t>
            </a:r>
            <a:r>
              <a:rPr lang="en-US" altLang="zh-CN" sz="4800" dirty="0"/>
              <a:t>3.55</a:t>
            </a:r>
            <a:r>
              <a:rPr lang="zh-CN" altLang="en-US" sz="4800" dirty="0"/>
              <a:t>元）</a:t>
            </a:r>
            <a:endParaRPr lang="en-US" altLang="zh-CN" sz="4800" dirty="0"/>
          </a:p>
          <a:p>
            <a:r>
              <a:rPr lang="en-US" altLang="zh-CN" sz="4800" dirty="0"/>
              <a:t>18650</a:t>
            </a:r>
            <a:r>
              <a:rPr lang="zh-CN" altLang="en-US" sz="4800" dirty="0"/>
              <a:t>锂电池</a:t>
            </a:r>
            <a:r>
              <a:rPr lang="en-US" altLang="zh-CN" sz="4800" dirty="0"/>
              <a:t>*2</a:t>
            </a:r>
            <a:r>
              <a:rPr lang="zh-CN" altLang="en-US" sz="4800" dirty="0"/>
              <a:t>（</a:t>
            </a:r>
            <a:r>
              <a:rPr lang="en-US" altLang="zh-CN" sz="4800" dirty="0"/>
              <a:t>14</a:t>
            </a:r>
            <a:r>
              <a:rPr lang="zh-CN" altLang="en-US" sz="4800" dirty="0"/>
              <a:t>元）</a:t>
            </a:r>
            <a:endParaRPr lang="en-US" altLang="zh-CN" sz="4800" dirty="0"/>
          </a:p>
          <a:p>
            <a:r>
              <a:rPr lang="en-US" altLang="zh-CN" sz="4800" dirty="0"/>
              <a:t>LM2596S 5A DC-DC</a:t>
            </a:r>
            <a:r>
              <a:rPr lang="zh-CN" altLang="en-US" sz="4800" dirty="0"/>
              <a:t>可调节降压模块</a:t>
            </a:r>
            <a:r>
              <a:rPr lang="en-US" altLang="zh-CN" sz="4800" dirty="0"/>
              <a:t>*1</a:t>
            </a:r>
            <a:r>
              <a:rPr lang="zh-CN" altLang="en-US" sz="4800" dirty="0"/>
              <a:t>（</a:t>
            </a:r>
            <a:r>
              <a:rPr lang="en-US" altLang="zh-CN" sz="4800" dirty="0"/>
              <a:t>7.14</a:t>
            </a:r>
            <a:r>
              <a:rPr lang="zh-CN" altLang="en-US" sz="4800" dirty="0"/>
              <a:t>元）</a:t>
            </a:r>
            <a:endParaRPr lang="en-US" altLang="zh-CN" sz="4800" dirty="0"/>
          </a:p>
          <a:p>
            <a:r>
              <a:rPr lang="en-US" altLang="zh-CN" sz="4800" dirty="0"/>
              <a:t>DC-DC</a:t>
            </a:r>
            <a:r>
              <a:rPr lang="zh-CN" altLang="en-US" sz="4800" dirty="0"/>
              <a:t>降压模块</a:t>
            </a:r>
            <a:r>
              <a:rPr lang="en-US" altLang="zh-CN" sz="4800" dirty="0"/>
              <a:t>*1</a:t>
            </a:r>
            <a:r>
              <a:rPr lang="zh-CN" altLang="en-US" sz="4800" dirty="0"/>
              <a:t>（</a:t>
            </a:r>
            <a:r>
              <a:rPr lang="en-US" altLang="zh-CN" sz="4800" dirty="0"/>
              <a:t>11.9</a:t>
            </a:r>
            <a:r>
              <a:rPr lang="zh-CN" altLang="en-US" sz="4800" dirty="0"/>
              <a:t>元）</a:t>
            </a:r>
          </a:p>
          <a:p>
            <a:r>
              <a:rPr lang="en-US" altLang="zh-CN" sz="4800" dirty="0">
                <a:sym typeface="+mn-ea"/>
              </a:rPr>
              <a:t>PS2</a:t>
            </a:r>
            <a:r>
              <a:rPr lang="zh-CN" altLang="en-US" sz="4800" dirty="0">
                <a:sym typeface="+mn-ea"/>
              </a:rPr>
              <a:t>无线手柄</a:t>
            </a:r>
            <a:r>
              <a:rPr lang="en-US" altLang="zh-CN" sz="4800" dirty="0">
                <a:sym typeface="+mn-ea"/>
              </a:rPr>
              <a:t>*1</a:t>
            </a:r>
            <a:r>
              <a:rPr lang="zh-CN" altLang="en-US" sz="4800" dirty="0">
                <a:sym typeface="+mn-ea"/>
              </a:rPr>
              <a:t>（</a:t>
            </a:r>
            <a:r>
              <a:rPr lang="en-US" altLang="zh-CN" sz="4800" dirty="0">
                <a:sym typeface="+mn-ea"/>
              </a:rPr>
              <a:t>41.3</a:t>
            </a:r>
            <a:r>
              <a:rPr lang="zh-CN" altLang="en-US" sz="4800" dirty="0">
                <a:sym typeface="+mn-ea"/>
              </a:rPr>
              <a:t>元）</a:t>
            </a:r>
            <a:endParaRPr lang="en-US" altLang="zh-CN" sz="4800" dirty="0"/>
          </a:p>
          <a:p>
            <a:r>
              <a:rPr lang="en-US" altLang="zh-CN" sz="4800" dirty="0"/>
              <a:t>2</a:t>
            </a:r>
            <a:r>
              <a:rPr lang="zh-CN" altLang="en-US" sz="4800" dirty="0"/>
              <a:t>号车整车总成本：</a:t>
            </a:r>
            <a:r>
              <a:rPr lang="en-US" altLang="zh-CN" sz="4800" dirty="0"/>
              <a:t>82</a:t>
            </a:r>
            <a:r>
              <a:rPr lang="zh-CN" altLang="en-US" sz="4800" dirty="0"/>
              <a:t>。</a:t>
            </a:r>
            <a:r>
              <a:rPr lang="en-US" altLang="zh-CN" sz="4800" dirty="0"/>
              <a:t>77</a:t>
            </a:r>
            <a:endParaRPr lang="zh-CN" altLang="en-US" sz="4800" dirty="0"/>
          </a:p>
          <a:p>
            <a:endParaRPr lang="en-US" altLang="zh-CN" sz="1400" dirty="0"/>
          </a:p>
          <a:p>
            <a:endParaRPr lang="en-US" altLang="zh-CN" dirty="0"/>
          </a:p>
          <a:p>
            <a:endParaRPr lang="en-US" altLang="zh-CN" dirty="0"/>
          </a:p>
          <a:p>
            <a:endParaRPr lang="en-US" altLang="zh-CN" dirty="0"/>
          </a:p>
          <a:p>
            <a:endParaRPr lang="en-US" dirty="0"/>
          </a:p>
        </p:txBody>
      </p:sp>
      <p:sp>
        <p:nvSpPr>
          <p:cNvPr id="7" name="内容占位符 6"/>
          <p:cNvSpPr>
            <a:spLocks noGrp="1"/>
          </p:cNvSpPr>
          <p:nvPr>
            <p:ph sz="half" idx="1"/>
          </p:nvPr>
        </p:nvSpPr>
        <p:spPr>
          <a:xfrm>
            <a:off x="112006" y="532356"/>
            <a:ext cx="4995332" cy="6112701"/>
          </a:xfrm>
        </p:spPr>
        <p:txBody>
          <a:bodyPr anchor="t">
            <a:normAutofit/>
          </a:bodyPr>
          <a:lstStyle/>
          <a:p>
            <a:r>
              <a:rPr lang="en-US" altLang="zh-CN" sz="1500" dirty="0"/>
              <a:t>1</a:t>
            </a:r>
            <a:r>
              <a:rPr lang="zh-CN" altLang="en-US" sz="1500" dirty="0"/>
              <a:t>号车</a:t>
            </a:r>
            <a:endParaRPr lang="en-US" altLang="zh-CN" sz="1500" dirty="0"/>
          </a:p>
          <a:p>
            <a:r>
              <a:rPr lang="en-US" altLang="zh-CN" sz="1500" dirty="0"/>
              <a:t>DRV8833</a:t>
            </a:r>
            <a:r>
              <a:rPr lang="zh-CN" altLang="en-US" sz="1500" dirty="0"/>
              <a:t>驱动模块</a:t>
            </a:r>
            <a:r>
              <a:rPr lang="en-US" altLang="zh-CN" sz="1500" dirty="0"/>
              <a:t>*2</a:t>
            </a:r>
            <a:r>
              <a:rPr lang="zh-CN" altLang="en-US" sz="1500" dirty="0"/>
              <a:t>（</a:t>
            </a:r>
            <a:r>
              <a:rPr lang="en-US" altLang="zh-CN" sz="1500" dirty="0"/>
              <a:t>4.88</a:t>
            </a:r>
            <a:r>
              <a:rPr lang="zh-CN" altLang="en-US" sz="1500" dirty="0"/>
              <a:t>元）</a:t>
            </a:r>
            <a:endParaRPr lang="en-US" altLang="zh-CN" sz="1500" dirty="0"/>
          </a:p>
          <a:p>
            <a:r>
              <a:rPr lang="en-US" altLang="zh-CN" sz="1500" dirty="0"/>
              <a:t>STM32F103C8T6</a:t>
            </a:r>
            <a:r>
              <a:rPr lang="zh-CN" altLang="en-US" sz="1500" dirty="0"/>
              <a:t>开发板</a:t>
            </a:r>
            <a:r>
              <a:rPr lang="en-US" altLang="zh-CN" sz="1500" dirty="0"/>
              <a:t>*1</a:t>
            </a:r>
            <a:r>
              <a:rPr lang="zh-CN" altLang="en-US" sz="1500" dirty="0"/>
              <a:t>（</a:t>
            </a:r>
            <a:r>
              <a:rPr lang="en-US" altLang="zh-CN" sz="1500" dirty="0"/>
              <a:t>11.22</a:t>
            </a:r>
            <a:r>
              <a:rPr lang="zh-CN" altLang="en-US" sz="1500" dirty="0"/>
              <a:t>元）</a:t>
            </a:r>
            <a:endParaRPr lang="en-US" altLang="zh-CN" sz="1500" dirty="0"/>
          </a:p>
          <a:p>
            <a:r>
              <a:rPr lang="en-US" altLang="zh-CN" sz="1500" dirty="0"/>
              <a:t>PS2</a:t>
            </a:r>
            <a:r>
              <a:rPr lang="zh-CN" altLang="en-US" sz="1500" dirty="0"/>
              <a:t>无线手柄</a:t>
            </a:r>
            <a:r>
              <a:rPr lang="en-US" altLang="zh-CN" sz="1500" dirty="0"/>
              <a:t>*1</a:t>
            </a:r>
            <a:r>
              <a:rPr lang="zh-CN" altLang="en-US" sz="1500" dirty="0"/>
              <a:t>（</a:t>
            </a:r>
            <a:r>
              <a:rPr lang="en-US" altLang="zh-CN" sz="1500" dirty="0"/>
              <a:t>41.3</a:t>
            </a:r>
            <a:r>
              <a:rPr lang="zh-CN" altLang="en-US" sz="1500" dirty="0"/>
              <a:t>元）</a:t>
            </a:r>
            <a:endParaRPr lang="en-US" altLang="zh-CN" sz="1500" dirty="0"/>
          </a:p>
          <a:p>
            <a:r>
              <a:rPr lang="en-US" altLang="zh-CN" sz="1500" dirty="0"/>
              <a:t>MG995</a:t>
            </a:r>
            <a:r>
              <a:rPr lang="zh-CN" altLang="en-US" sz="1500" dirty="0"/>
              <a:t>金属标准舵机</a:t>
            </a:r>
            <a:r>
              <a:rPr lang="en-US" altLang="zh-CN" sz="1500" dirty="0"/>
              <a:t>*1</a:t>
            </a:r>
            <a:r>
              <a:rPr lang="zh-CN" altLang="en-US" sz="1500" dirty="0"/>
              <a:t>（</a:t>
            </a:r>
            <a:r>
              <a:rPr lang="en-US" altLang="zh-CN" sz="1500" dirty="0"/>
              <a:t>17.23</a:t>
            </a:r>
            <a:r>
              <a:rPr lang="zh-CN" altLang="en-US" sz="1500" dirty="0"/>
              <a:t>元）</a:t>
            </a:r>
            <a:endParaRPr lang="en-US" altLang="zh-CN" sz="1500" dirty="0"/>
          </a:p>
          <a:p>
            <a:r>
              <a:rPr lang="en-US" altLang="zh-CN" sz="1500" dirty="0"/>
              <a:t>ST-LINK V2*1(11.67</a:t>
            </a:r>
            <a:r>
              <a:rPr lang="zh-CN" altLang="en-US" sz="1500" dirty="0"/>
              <a:t>元）</a:t>
            </a:r>
            <a:endParaRPr lang="en-US" altLang="zh-CN" sz="1500" dirty="0"/>
          </a:p>
          <a:p>
            <a:r>
              <a:rPr lang="zh-CN" altLang="en-US" sz="1500" dirty="0"/>
              <a:t>带盖电池盒</a:t>
            </a:r>
            <a:r>
              <a:rPr lang="en-US" altLang="zh-CN" sz="1500" dirty="0"/>
              <a:t>18650*1</a:t>
            </a:r>
            <a:r>
              <a:rPr lang="zh-CN" altLang="en-US" sz="1500" dirty="0"/>
              <a:t>（</a:t>
            </a:r>
            <a:r>
              <a:rPr lang="en-US" altLang="zh-CN" sz="1500" dirty="0"/>
              <a:t>3.12</a:t>
            </a:r>
            <a:r>
              <a:rPr lang="zh-CN" altLang="en-US" sz="1500" dirty="0"/>
              <a:t>元）</a:t>
            </a:r>
            <a:endParaRPr lang="en-US" altLang="zh-CN" sz="1500" dirty="0"/>
          </a:p>
          <a:p>
            <a:r>
              <a:rPr lang="en-US" altLang="zh-CN" sz="1500" dirty="0"/>
              <a:t>18650</a:t>
            </a:r>
            <a:r>
              <a:rPr lang="zh-CN" altLang="en-US" sz="1500" dirty="0"/>
              <a:t>锂电池</a:t>
            </a:r>
            <a:r>
              <a:rPr lang="en-US" altLang="zh-CN" sz="1500" dirty="0"/>
              <a:t>*2</a:t>
            </a:r>
            <a:r>
              <a:rPr lang="zh-CN" altLang="en-US" sz="1500" dirty="0"/>
              <a:t>（</a:t>
            </a:r>
            <a:r>
              <a:rPr lang="en-US" altLang="zh-CN" sz="1500" dirty="0"/>
              <a:t>14</a:t>
            </a:r>
            <a:r>
              <a:rPr lang="zh-CN" altLang="en-US" sz="1500" dirty="0"/>
              <a:t>元）</a:t>
            </a:r>
            <a:endParaRPr lang="en-US" altLang="zh-CN" sz="1500" dirty="0"/>
          </a:p>
          <a:p>
            <a:r>
              <a:rPr lang="zh-CN" altLang="en-US" sz="1500" dirty="0"/>
              <a:t>小车套件麦克纳姆轮玻纤板（</a:t>
            </a:r>
            <a:r>
              <a:rPr lang="en-US" altLang="zh-CN" sz="1500" dirty="0"/>
              <a:t>35</a:t>
            </a:r>
            <a:r>
              <a:rPr lang="zh-CN" altLang="en-US" sz="1500" dirty="0"/>
              <a:t>）</a:t>
            </a:r>
            <a:endParaRPr lang="en-US" altLang="zh-CN" sz="1500" dirty="0"/>
          </a:p>
          <a:p>
            <a:r>
              <a:rPr lang="en-US" altLang="zh-CN" sz="1500" dirty="0" err="1"/>
              <a:t>tt</a:t>
            </a:r>
            <a:r>
              <a:rPr lang="zh-CN" altLang="en-US" sz="1500" dirty="0"/>
              <a:t>马达减速电机</a:t>
            </a:r>
            <a:r>
              <a:rPr lang="en-US" altLang="zh-CN" sz="1500" dirty="0"/>
              <a:t>*4</a:t>
            </a:r>
            <a:r>
              <a:rPr lang="zh-CN" altLang="en-US" sz="1500" dirty="0"/>
              <a:t>（</a:t>
            </a:r>
            <a:r>
              <a:rPr lang="en-US" altLang="zh-CN" sz="1500" dirty="0"/>
              <a:t>2.65</a:t>
            </a:r>
            <a:r>
              <a:rPr lang="zh-CN" altLang="en-US" sz="1500" dirty="0"/>
              <a:t>元）</a:t>
            </a:r>
            <a:endParaRPr lang="en-US" altLang="zh-CN" sz="1500" dirty="0"/>
          </a:p>
          <a:p>
            <a:r>
              <a:rPr lang="en-US" altLang="zh-CN" sz="1500" dirty="0"/>
              <a:t>LM2596S 5A DC-DC</a:t>
            </a:r>
            <a:r>
              <a:rPr lang="zh-CN" altLang="en-US" sz="1500" dirty="0"/>
              <a:t>可调节降压模块</a:t>
            </a:r>
            <a:r>
              <a:rPr lang="en-US" altLang="zh-CN" sz="1500" dirty="0"/>
              <a:t>*1</a:t>
            </a:r>
            <a:r>
              <a:rPr lang="zh-CN" altLang="en-US" sz="1500" dirty="0"/>
              <a:t>（</a:t>
            </a:r>
            <a:r>
              <a:rPr lang="en-US" altLang="zh-CN" sz="1500" dirty="0"/>
              <a:t>7.14</a:t>
            </a:r>
            <a:r>
              <a:rPr lang="zh-CN" altLang="en-US" sz="1500" dirty="0"/>
              <a:t>元）</a:t>
            </a:r>
            <a:endParaRPr lang="en-US" altLang="zh-CN" sz="1500" dirty="0"/>
          </a:p>
          <a:p>
            <a:r>
              <a:rPr lang="en-US" altLang="zh-CN" sz="1500" dirty="0"/>
              <a:t>DC-DC</a:t>
            </a:r>
            <a:r>
              <a:rPr lang="zh-CN" altLang="en-US" sz="1500" dirty="0"/>
              <a:t>降压模块</a:t>
            </a:r>
            <a:r>
              <a:rPr lang="en-US" altLang="zh-CN" sz="1500" dirty="0"/>
              <a:t>*1</a:t>
            </a:r>
            <a:r>
              <a:rPr lang="zh-CN" altLang="en-US" sz="1500" dirty="0"/>
              <a:t>（</a:t>
            </a:r>
            <a:r>
              <a:rPr lang="en-US" altLang="zh-CN" sz="1500" dirty="0"/>
              <a:t>11.9</a:t>
            </a:r>
            <a:r>
              <a:rPr lang="zh-CN" altLang="en-US" sz="1500" dirty="0"/>
              <a:t>元）</a:t>
            </a:r>
            <a:endParaRPr lang="en-US" altLang="zh-CN" sz="1500" dirty="0"/>
          </a:p>
          <a:p>
            <a:r>
              <a:rPr lang="zh-CN" altLang="en-US" sz="1500" dirty="0"/>
              <a:t>弹簧压缩簧</a:t>
            </a:r>
            <a:r>
              <a:rPr lang="en-US" altLang="zh-CN" sz="1500" dirty="0"/>
              <a:t>Y</a:t>
            </a:r>
            <a:r>
              <a:rPr lang="zh-CN" altLang="en-US" sz="1500" dirty="0"/>
              <a:t>型</a:t>
            </a:r>
            <a:r>
              <a:rPr lang="en-US" altLang="zh-CN" sz="1500" dirty="0"/>
              <a:t>1.2*20*300mm  *1(4.5</a:t>
            </a:r>
            <a:r>
              <a:rPr lang="zh-CN" altLang="en-US" sz="1500" dirty="0"/>
              <a:t>元）</a:t>
            </a:r>
            <a:endParaRPr lang="en-US" altLang="zh-CN" sz="1500" dirty="0"/>
          </a:p>
          <a:p>
            <a:r>
              <a:rPr lang="en-US" altLang="zh-CN" sz="1500" dirty="0"/>
              <a:t>                       1.0*20*300mm *1</a:t>
            </a:r>
            <a:r>
              <a:rPr lang="zh-CN" altLang="en-US" sz="1500" dirty="0"/>
              <a:t>（</a:t>
            </a:r>
            <a:r>
              <a:rPr lang="en-US" altLang="zh-CN" sz="1500" dirty="0"/>
              <a:t>4</a:t>
            </a:r>
            <a:r>
              <a:rPr lang="zh-CN" altLang="en-US" sz="1500" dirty="0"/>
              <a:t>元）</a:t>
            </a:r>
            <a:endParaRPr lang="en-US" altLang="zh-CN" sz="1500" dirty="0"/>
          </a:p>
          <a:p>
            <a:r>
              <a:rPr lang="en-US" altLang="zh-CN" sz="1500" dirty="0"/>
              <a:t>1</a:t>
            </a:r>
            <a:r>
              <a:rPr lang="zh-CN" altLang="en-US" sz="1500" dirty="0"/>
              <a:t>号</a:t>
            </a:r>
            <a:r>
              <a:rPr lang="zh-CN" altLang="en-US" sz="1600" dirty="0"/>
              <a:t>车整车总成本：</a:t>
            </a:r>
            <a:r>
              <a:rPr lang="en-US" altLang="zh-CN" sz="1600" dirty="0"/>
              <a:t>168.61</a:t>
            </a:r>
            <a:endParaRPr lang="en-US" altLang="zh-CN" sz="1500" dirty="0"/>
          </a:p>
          <a:p>
            <a:endParaRPr lang="en-US" altLang="zh-CN" sz="1500" dirty="0"/>
          </a:p>
          <a:p>
            <a:endParaRPr lang="en-US" altLang="zh-CN" sz="1500" dirty="0"/>
          </a:p>
          <a:p>
            <a:endParaRPr lang="en-US" altLang="zh-CN" sz="1400" dirty="0"/>
          </a:p>
          <a:p>
            <a:endParaRPr lang="zh-CN" altLang="en-US" dirty="0"/>
          </a:p>
        </p:txBody>
      </p:sp>
      <p:sp>
        <p:nvSpPr>
          <p:cNvPr id="3" name="文本框 2"/>
          <p:cNvSpPr txBox="1"/>
          <p:nvPr/>
        </p:nvSpPr>
        <p:spPr>
          <a:xfrm>
            <a:off x="5107338" y="3163544"/>
            <a:ext cx="5455085" cy="2922905"/>
          </a:xfrm>
          <a:prstGeom prst="rect">
            <a:avLst/>
          </a:prstGeom>
          <a:noFill/>
        </p:spPr>
        <p:txBody>
          <a:bodyPr wrap="square" rtlCol="0" anchor="t">
            <a:spAutoFit/>
          </a:bodyPr>
          <a:lstStyle/>
          <a:p>
            <a:pPr marL="285750" indent="-285750">
              <a:buClr>
                <a:schemeClr val="tx1"/>
              </a:buClr>
              <a:buSzPct val="100000"/>
              <a:buFont typeface="Arial" panose="020B0604020202020204"/>
              <a:buChar char="•"/>
            </a:pPr>
            <a:r>
              <a:rPr lang="zh-CN" altLang="en-US" sz="1400" dirty="0"/>
              <a:t>工具采购：</a:t>
            </a:r>
            <a:endParaRPr lang="en-US" altLang="zh-CN" sz="1400" dirty="0"/>
          </a:p>
          <a:p>
            <a:pPr marL="285750" indent="-285750">
              <a:buClr>
                <a:schemeClr val="tx1"/>
              </a:buClr>
              <a:buSzPct val="100000"/>
              <a:buFont typeface="Arial" panose="020B0604020202020204"/>
              <a:buChar char="•"/>
            </a:pPr>
            <a:r>
              <a:rPr lang="en-US" altLang="zh-CN" sz="1400" dirty="0"/>
              <a:t>18650</a:t>
            </a:r>
            <a:r>
              <a:rPr lang="zh-CN" altLang="en-US" sz="1400" dirty="0"/>
              <a:t>锂电池充电器</a:t>
            </a:r>
            <a:r>
              <a:rPr lang="en-US" altLang="zh-CN" sz="1400" dirty="0"/>
              <a:t>*1</a:t>
            </a:r>
            <a:r>
              <a:rPr lang="zh-CN" altLang="en-US" sz="1400" dirty="0"/>
              <a:t>（</a:t>
            </a:r>
            <a:r>
              <a:rPr lang="en-US" altLang="zh-CN" sz="1400" dirty="0"/>
              <a:t>7.34</a:t>
            </a:r>
            <a:r>
              <a:rPr lang="zh-CN" altLang="en-US" sz="1400" dirty="0"/>
              <a:t>元）</a:t>
            </a:r>
            <a:endParaRPr lang="en-US" altLang="zh-CN" sz="1400" dirty="0"/>
          </a:p>
          <a:p>
            <a:pPr marL="285750" indent="-285750">
              <a:buClr>
                <a:schemeClr val="tx1"/>
              </a:buClr>
              <a:buSzPct val="100000"/>
              <a:buFont typeface="Arial" panose="020B0604020202020204"/>
              <a:buChar char="•"/>
            </a:pPr>
            <a:r>
              <a:rPr lang="zh-CN" altLang="en-US" sz="1400" dirty="0"/>
              <a:t>电工绝缘胶带</a:t>
            </a:r>
            <a:r>
              <a:rPr lang="en-US" altLang="zh-CN" sz="1400" dirty="0"/>
              <a:t>18mm*1m *1</a:t>
            </a:r>
            <a:r>
              <a:rPr lang="zh-CN" altLang="en-US" sz="1400" dirty="0"/>
              <a:t>（</a:t>
            </a:r>
            <a:r>
              <a:rPr lang="en-US" altLang="zh-CN" sz="1400" dirty="0"/>
              <a:t>2.9</a:t>
            </a:r>
            <a:r>
              <a:rPr lang="zh-CN" altLang="en-US" sz="1400" dirty="0"/>
              <a:t>元）硅胶线</a:t>
            </a:r>
            <a:r>
              <a:rPr lang="en-US" altLang="zh-CN" sz="1400" dirty="0"/>
              <a:t>18AWG 5M*0.75  *1(7.13</a:t>
            </a:r>
            <a:r>
              <a:rPr lang="zh-CN" altLang="en-US" sz="1400" dirty="0"/>
              <a:t>元）</a:t>
            </a:r>
            <a:endParaRPr lang="en-US" altLang="zh-CN" sz="1400" dirty="0"/>
          </a:p>
          <a:p>
            <a:pPr marL="285750" indent="-285750">
              <a:buClr>
                <a:schemeClr val="tx1"/>
              </a:buClr>
              <a:buSzPct val="100000"/>
              <a:buFont typeface="Arial" panose="020B0604020202020204"/>
              <a:buChar char="•"/>
            </a:pPr>
            <a:r>
              <a:rPr lang="zh-CN" altLang="en-US" sz="1400" dirty="0"/>
              <a:t>硅胶线</a:t>
            </a:r>
            <a:r>
              <a:rPr lang="en-US" altLang="zh-CN" sz="1400" dirty="0"/>
              <a:t>22AWG 10M*0.3  *1</a:t>
            </a:r>
            <a:r>
              <a:rPr lang="zh-CN" altLang="en-US" sz="1400" dirty="0"/>
              <a:t>（</a:t>
            </a:r>
            <a:r>
              <a:rPr lang="en-US" altLang="zh-CN" sz="1400" dirty="0"/>
              <a:t>9.5</a:t>
            </a:r>
            <a:r>
              <a:rPr lang="zh-CN" altLang="en-US" sz="1400" dirty="0"/>
              <a:t>元）</a:t>
            </a:r>
            <a:endParaRPr lang="en-US" altLang="zh-CN" sz="1400" dirty="0"/>
          </a:p>
          <a:p>
            <a:pPr marL="285750" indent="-285750">
              <a:buClr>
                <a:schemeClr val="tx1"/>
              </a:buClr>
              <a:buSzPct val="100000"/>
              <a:buFont typeface="Arial" panose="020B0604020202020204"/>
              <a:buChar char="•"/>
            </a:pPr>
            <a:r>
              <a:rPr lang="zh-CN" altLang="en-US" sz="1400" dirty="0"/>
              <a:t>锡焊丝</a:t>
            </a:r>
            <a:r>
              <a:rPr lang="en-US" altLang="zh-CN" sz="1400" dirty="0"/>
              <a:t>*1</a:t>
            </a:r>
            <a:r>
              <a:rPr lang="zh-CN" altLang="en-US" sz="1400" dirty="0"/>
              <a:t>（</a:t>
            </a:r>
            <a:r>
              <a:rPr lang="en-US" altLang="zh-CN" sz="1400" dirty="0"/>
              <a:t>13.54</a:t>
            </a:r>
            <a:r>
              <a:rPr lang="zh-CN" altLang="en-US" sz="1400" dirty="0"/>
              <a:t>元）</a:t>
            </a:r>
            <a:endParaRPr lang="en-US" altLang="zh-CN" sz="1400" dirty="0"/>
          </a:p>
          <a:p>
            <a:pPr marL="285750" indent="-285750">
              <a:buClr>
                <a:schemeClr val="tx1"/>
              </a:buClr>
              <a:buSzPct val="100000"/>
              <a:buFont typeface="Arial" panose="020B0604020202020204"/>
              <a:buChar char="•"/>
            </a:pPr>
            <a:r>
              <a:rPr lang="zh-CN" altLang="en-US" sz="1400" dirty="0"/>
              <a:t>银色半铝吸锡器</a:t>
            </a:r>
            <a:r>
              <a:rPr lang="en-US" altLang="zh-CN" sz="1400" dirty="0"/>
              <a:t>*1</a:t>
            </a:r>
            <a:r>
              <a:rPr lang="zh-CN" altLang="en-US" sz="1400" dirty="0"/>
              <a:t>（</a:t>
            </a:r>
            <a:r>
              <a:rPr lang="en-US" altLang="zh-CN" sz="1400" dirty="0"/>
              <a:t>3.11</a:t>
            </a:r>
            <a:r>
              <a:rPr lang="zh-CN" altLang="en-US" sz="1400" dirty="0"/>
              <a:t>元）</a:t>
            </a:r>
            <a:endParaRPr lang="en-US" altLang="zh-CN" sz="1400" dirty="0"/>
          </a:p>
          <a:p>
            <a:pPr marL="285750" indent="-285750">
              <a:buClr>
                <a:schemeClr val="tx1"/>
              </a:buClr>
              <a:buSzPct val="100000"/>
              <a:buFont typeface="Arial" panose="020B0604020202020204"/>
              <a:buChar char="•"/>
            </a:pPr>
            <a:r>
              <a:rPr lang="zh-CN" altLang="en-US" sz="1400" dirty="0"/>
              <a:t>电烙铁四臂夹具</a:t>
            </a:r>
            <a:r>
              <a:rPr lang="en-US" altLang="zh-CN" sz="1400" dirty="0"/>
              <a:t>+</a:t>
            </a:r>
            <a:r>
              <a:rPr lang="zh-CN" altLang="en-US" sz="1400" dirty="0"/>
              <a:t>底座</a:t>
            </a:r>
            <a:r>
              <a:rPr lang="en-US" altLang="zh-CN" sz="1400" dirty="0"/>
              <a:t>*1</a:t>
            </a:r>
            <a:r>
              <a:rPr lang="zh-CN" altLang="en-US" sz="1400" dirty="0"/>
              <a:t>（</a:t>
            </a:r>
            <a:r>
              <a:rPr lang="en-US" altLang="zh-CN" sz="1400" dirty="0"/>
              <a:t>12.5</a:t>
            </a:r>
            <a:r>
              <a:rPr lang="zh-CN" altLang="en-US" sz="1400" dirty="0"/>
              <a:t>元）</a:t>
            </a:r>
            <a:endParaRPr lang="en-US" altLang="zh-CN" sz="1400" dirty="0"/>
          </a:p>
          <a:p>
            <a:pPr marL="285750" indent="-285750">
              <a:buClr>
                <a:schemeClr val="tx1"/>
              </a:buClr>
              <a:buSzPct val="100000"/>
              <a:buFont typeface="Arial" panose="020B0604020202020204"/>
              <a:buChar char="•"/>
            </a:pPr>
            <a:r>
              <a:rPr lang="en-US" altLang="zh-CN" dirty="0"/>
              <a:t> </a:t>
            </a:r>
            <a:r>
              <a:rPr lang="zh-CN" altLang="en-US" dirty="0"/>
              <a:t>工具总预算：</a:t>
            </a:r>
            <a:r>
              <a:rPr lang="en-US" altLang="zh-CN" dirty="0"/>
              <a:t>56.02</a:t>
            </a:r>
          </a:p>
          <a:p>
            <a:pPr marL="285750" indent="-285750">
              <a:buClr>
                <a:schemeClr val="tx1"/>
              </a:buClr>
              <a:buSzPct val="100000"/>
              <a:buFont typeface="Arial" panose="020B0604020202020204"/>
              <a:buChar char="•"/>
            </a:pPr>
            <a:endParaRPr lang="en-US" altLang="zh-CN" dirty="0"/>
          </a:p>
          <a:p>
            <a:endParaRPr lang="en-US" altLang="zh-CN" dirty="0"/>
          </a:p>
          <a:p>
            <a:endParaRPr lang="zh-CN" altLang="en-US" dirty="0"/>
          </a:p>
        </p:txBody>
      </p:sp>
      <p:sp>
        <p:nvSpPr>
          <p:cNvPr id="5" name="文本框 4"/>
          <p:cNvSpPr txBox="1"/>
          <p:nvPr/>
        </p:nvSpPr>
        <p:spPr>
          <a:xfrm>
            <a:off x="5202924" y="5596759"/>
            <a:ext cx="5642975" cy="645160"/>
          </a:xfrm>
          <a:prstGeom prst="rect">
            <a:avLst/>
          </a:prstGeom>
          <a:noFill/>
        </p:spPr>
        <p:txBody>
          <a:bodyPr wrap="square" rtlCol="0">
            <a:spAutoFit/>
          </a:bodyPr>
          <a:lstStyle/>
          <a:p>
            <a:r>
              <a:rPr lang="zh-CN" altLang="en-US" dirty="0"/>
              <a:t>总成本</a:t>
            </a:r>
            <a:r>
              <a:rPr lang="en-US" altLang="zh-CN" dirty="0"/>
              <a:t> </a:t>
            </a:r>
            <a:r>
              <a:rPr lang="zh-CN" altLang="en-US" dirty="0"/>
              <a:t>：</a:t>
            </a:r>
            <a:r>
              <a:rPr lang="en-US" altLang="zh-CN" dirty="0"/>
              <a:t>307.4</a:t>
            </a:r>
            <a:r>
              <a:rPr lang="zh-CN" altLang="en-US" dirty="0"/>
              <a:t>元</a:t>
            </a:r>
          </a:p>
          <a:p>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天体">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08B90B-70ED-4539-9C14-FB2728D9064F}">
  <ds:schemaRefs/>
</ds:datastoreItem>
</file>

<file path=customXml/itemProps2.xml><?xml version="1.0" encoding="utf-8"?>
<ds:datastoreItem xmlns:ds="http://schemas.openxmlformats.org/officeDocument/2006/customXml" ds:itemID="{9E8D3305-1D9D-4BC8-A40F-6F8AE50BD76B}">
  <ds:schemaRefs/>
</ds:datastoreItem>
</file>

<file path=customXml/itemProps3.xml><?xml version="1.0" encoding="utf-8"?>
<ds:datastoreItem xmlns:ds="http://schemas.openxmlformats.org/officeDocument/2006/customXml" ds:itemID="{A0D51BCB-0419-432E-B7F1-25548446A625}">
  <ds:schemaRefs/>
</ds:datastoreItem>
</file>

<file path=docProps/app.xml><?xml version="1.0" encoding="utf-8"?>
<Properties xmlns="http://schemas.openxmlformats.org/officeDocument/2006/extended-properties" xmlns:vt="http://schemas.openxmlformats.org/officeDocument/2006/docPropsVTypes">
  <Template>未来设计</Template>
  <TotalTime>0</TotalTime>
  <Words>1223</Words>
  <Application>Microsoft Office PowerPoint</Application>
  <PresentationFormat>宽屏</PresentationFormat>
  <Paragraphs>96</Paragraphs>
  <Slides>11</Slides>
  <Notes>3</Notes>
  <HiddenSlides>0</HiddenSlides>
  <MMClips>2</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Microsoft YaHei UI</vt:lpstr>
      <vt:lpstr>Arial</vt:lpstr>
      <vt:lpstr>天体</vt:lpstr>
      <vt:lpstr>CRTC机器小车设计（中期考核）</vt:lpstr>
      <vt:lpstr>全局技术</vt:lpstr>
      <vt:lpstr>1.抓取方案历程</vt:lpstr>
      <vt:lpstr>1.抓取方案历程</vt:lpstr>
      <vt:lpstr>1.抓取方案历程</vt:lpstr>
      <vt:lpstr>1.抓取方案历程</vt:lpstr>
      <vt:lpstr>2.车型方案历程</vt:lpstr>
      <vt:lpstr>2.车型方案历程</vt:lpstr>
      <vt:lpstr>PowerPoint 演示文稿</vt:lpstr>
      <vt:lpstr>PowerPoint 演示文稿</vt:lpstr>
      <vt:lpstr>4.车型预算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one z</dc:creator>
  <cp:lastModifiedBy>one z</cp:lastModifiedBy>
  <cp:revision>19</cp:revision>
  <dcterms:created xsi:type="dcterms:W3CDTF">2026-10-17T03:30:00Z</dcterms:created>
  <dcterms:modified xsi:type="dcterms:W3CDTF">2026-10-19T12:32:27Z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2052-12.1.0.29161</vt:lpwstr>
  </property>
  <property fmtid="{D5CDD505-2E9C-101B-9397-08002B2CF9AE}" pid="4" name="ICV">
    <vt:lpwstr>3A9D1638B98144E5ABBF77EDB1AE596A_12</vt:lpwstr>
  </property>
</Properties>
</file>